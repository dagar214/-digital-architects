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60"/>
  </p:normalViewPr>
  <p:slideViewPr>
    <p:cSldViewPr>
      <p:cViewPr varScale="1">
        <p:scale>
          <a:sx n="81" d="100"/>
          <a:sy n="81" d="100"/>
        </p:scale>
        <p:origin x="1459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 Dagar" userId="a9746f29575a7763" providerId="LiveId" clId="{E0DC8243-CC9B-466A-A244-262B6CE2017D}"/>
    <pc:docChg chg="delSld">
      <pc:chgData name="Dev Dagar" userId="a9746f29575a7763" providerId="LiveId" clId="{E0DC8243-CC9B-466A-A244-262B6CE2017D}" dt="2026-04-16T04:02:37.160" v="0" actId="2696"/>
      <pc:docMkLst>
        <pc:docMk/>
      </pc:docMkLst>
      <pc:sldChg chg="del">
        <pc:chgData name="Dev Dagar" userId="a9746f29575a7763" providerId="LiveId" clId="{E0DC8243-CC9B-466A-A244-262B6CE2017D}" dt="2026-04-16T04:02:37.160" v="0" actId="2696"/>
        <pc:sldMkLst>
          <pc:docMk/>
          <pc:sldMk cId="1111723924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627" y="6309359"/>
            <a:ext cx="2412492" cy="34594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2156" y="135343"/>
            <a:ext cx="8101228" cy="10020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272" y="1522882"/>
            <a:ext cx="7649209" cy="3317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5969" y="243697"/>
            <a:ext cx="1041753" cy="102920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1615975"/>
            <a:ext cx="9144000" cy="4824095"/>
            <a:chOff x="0" y="1615975"/>
            <a:chExt cx="9144000" cy="482409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15975"/>
              <a:ext cx="9136175" cy="482376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635967" y="6359169"/>
              <a:ext cx="2508250" cy="73025"/>
            </a:xfrm>
            <a:custGeom>
              <a:avLst/>
              <a:gdLst/>
              <a:ahLst/>
              <a:cxnLst/>
              <a:rect l="l" t="t" r="r" b="b"/>
              <a:pathLst>
                <a:path w="2508250" h="73025">
                  <a:moveTo>
                    <a:pt x="2508032" y="72772"/>
                  </a:moveTo>
                  <a:lnTo>
                    <a:pt x="0" y="72772"/>
                  </a:lnTo>
                  <a:lnTo>
                    <a:pt x="0" y="0"/>
                  </a:lnTo>
                  <a:lnTo>
                    <a:pt x="2508032" y="0"/>
                  </a:lnTo>
                  <a:lnTo>
                    <a:pt x="2508032" y="727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2981540" y="328396"/>
            <a:ext cx="2267585" cy="555625"/>
          </a:xfrm>
          <a:prstGeom prst="rect">
            <a:avLst/>
          </a:prstGeom>
          <a:solidFill>
            <a:srgbClr val="0564AC"/>
          </a:solidFill>
        </p:spPr>
        <p:txBody>
          <a:bodyPr vert="horz" wrap="square" lIns="0" tIns="215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0"/>
              </a:spcBef>
            </a:pPr>
            <a:r>
              <a:rPr sz="3050" spc="-450" dirty="0">
                <a:solidFill>
                  <a:srgbClr val="F7FBF7"/>
                </a:solidFill>
                <a:latin typeface="Arial"/>
                <a:cs typeface="Arial"/>
              </a:rPr>
              <a:t>K.R.</a:t>
            </a:r>
            <a:r>
              <a:rPr sz="3050" spc="-135" dirty="0">
                <a:solidFill>
                  <a:srgbClr val="F7FBF7"/>
                </a:solidFill>
                <a:latin typeface="Arial"/>
                <a:cs typeface="Arial"/>
              </a:rPr>
              <a:t> </a:t>
            </a:r>
            <a:r>
              <a:rPr sz="3050" spc="-690" dirty="0">
                <a:solidFill>
                  <a:srgbClr val="F7FBF7"/>
                </a:solidFill>
                <a:latin typeface="Arial"/>
                <a:cs typeface="Arial"/>
              </a:rPr>
              <a:t>MANGALAM</a:t>
            </a:r>
            <a:endParaRPr sz="3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22623" y="328396"/>
            <a:ext cx="1979930" cy="555625"/>
          </a:xfrm>
          <a:prstGeom prst="rect">
            <a:avLst/>
          </a:prstGeom>
          <a:solidFill>
            <a:srgbClr val="E61D28"/>
          </a:solidFill>
        </p:spPr>
        <p:txBody>
          <a:bodyPr vert="horz" wrap="square" lIns="0" tIns="215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0"/>
              </a:spcBef>
            </a:pPr>
            <a:r>
              <a:rPr sz="3050" b="1" spc="-310" dirty="0">
                <a:solidFill>
                  <a:srgbClr val="F7FBF7"/>
                </a:solidFill>
                <a:latin typeface="Arial"/>
                <a:cs typeface="Arial"/>
              </a:rPr>
              <a:t>UNIVERSITY</a:t>
            </a:r>
            <a:endParaRPr sz="3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87672" y="907634"/>
            <a:ext cx="4640580" cy="42037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80"/>
              </a:spcBef>
              <a:tabLst>
                <a:tab pos="550545" algn="l"/>
                <a:tab pos="1912620" algn="l"/>
                <a:tab pos="2865755" algn="l"/>
              </a:tabLst>
            </a:pPr>
            <a:r>
              <a:rPr sz="1200" spc="-25" dirty="0">
                <a:solidFill>
                  <a:srgbClr val="1F1D1F"/>
                </a:solidFill>
                <a:latin typeface="Arial"/>
                <a:cs typeface="Arial"/>
              </a:rPr>
              <a:t>THE</a:t>
            </a:r>
            <a:r>
              <a:rPr sz="1200" dirty="0">
                <a:solidFill>
                  <a:srgbClr val="1F1D1F"/>
                </a:solidFill>
                <a:latin typeface="Arial"/>
                <a:cs typeface="Arial"/>
              </a:rPr>
              <a:t>	</a:t>
            </a:r>
            <a:r>
              <a:rPr sz="1200" spc="340" dirty="0">
                <a:solidFill>
                  <a:srgbClr val="1F1D1F"/>
                </a:solidFill>
                <a:latin typeface="Arial"/>
                <a:cs typeface="Arial"/>
              </a:rPr>
              <a:t>COMPLETE</a:t>
            </a:r>
            <a:r>
              <a:rPr sz="1200" dirty="0">
                <a:solidFill>
                  <a:srgbClr val="1F1D1F"/>
                </a:solidFill>
                <a:latin typeface="Arial"/>
                <a:cs typeface="Arial"/>
              </a:rPr>
              <a:t>	</a:t>
            </a:r>
            <a:r>
              <a:rPr sz="1200" spc="350" dirty="0">
                <a:solidFill>
                  <a:srgbClr val="1F1D1F"/>
                </a:solidFill>
                <a:latin typeface="Arial"/>
                <a:cs typeface="Arial"/>
              </a:rPr>
              <a:t>WORLD</a:t>
            </a:r>
            <a:r>
              <a:rPr sz="1200" dirty="0">
                <a:solidFill>
                  <a:srgbClr val="1F1D1F"/>
                </a:solidFill>
                <a:latin typeface="Arial"/>
                <a:cs typeface="Arial"/>
              </a:rPr>
              <a:t>	</a:t>
            </a:r>
            <a:r>
              <a:rPr sz="1200" spc="330" dirty="0">
                <a:solidFill>
                  <a:srgbClr val="1F1D1F"/>
                </a:solidFill>
                <a:latin typeface="Arial"/>
                <a:cs typeface="Arial"/>
              </a:rPr>
              <a:t>OF</a:t>
            </a:r>
            <a:r>
              <a:rPr sz="1200" spc="135" dirty="0">
                <a:solidFill>
                  <a:srgbClr val="1F1D1F"/>
                </a:solidFill>
                <a:latin typeface="Arial"/>
                <a:cs typeface="Arial"/>
              </a:rPr>
              <a:t>  </a:t>
            </a:r>
            <a:r>
              <a:rPr sz="1200" spc="360" dirty="0">
                <a:solidFill>
                  <a:srgbClr val="1F1D1F"/>
                </a:solidFill>
                <a:latin typeface="Arial"/>
                <a:cs typeface="Arial"/>
              </a:rPr>
              <a:t>EDUCATION</a:t>
            </a:r>
            <a:endParaRPr sz="1200">
              <a:latin typeface="Arial"/>
              <a:cs typeface="Arial"/>
            </a:endParaRPr>
          </a:p>
          <a:p>
            <a:pPr marR="13970" algn="ctr">
              <a:lnSpc>
                <a:spcPct val="100000"/>
              </a:lnSpc>
              <a:spcBef>
                <a:spcPts val="85"/>
              </a:spcBef>
            </a:pPr>
            <a:r>
              <a:rPr sz="1250" spc="-155" dirty="0">
                <a:solidFill>
                  <a:srgbClr val="1F1D1F"/>
                </a:solidFill>
                <a:latin typeface="Arial"/>
                <a:cs typeface="Arial"/>
              </a:rPr>
              <a:t>Recognised</a:t>
            </a:r>
            <a:r>
              <a:rPr sz="1250" spc="90" dirty="0">
                <a:solidFill>
                  <a:srgbClr val="1F1D1F"/>
                </a:solidFill>
                <a:latin typeface="Arial"/>
                <a:cs typeface="Arial"/>
              </a:rPr>
              <a:t> </a:t>
            </a:r>
            <a:r>
              <a:rPr sz="1250" spc="-114" dirty="0">
                <a:solidFill>
                  <a:srgbClr val="1F1D1F"/>
                </a:solidFill>
                <a:latin typeface="Arial"/>
                <a:cs typeface="Arial"/>
              </a:rPr>
              <a:t>under</a:t>
            </a:r>
            <a:r>
              <a:rPr sz="1250" dirty="0">
                <a:solidFill>
                  <a:srgbClr val="1F1D1F"/>
                </a:solidFill>
                <a:latin typeface="Arial"/>
                <a:cs typeface="Arial"/>
              </a:rPr>
              <a:t> </a:t>
            </a:r>
            <a:r>
              <a:rPr sz="1250" spc="-85" dirty="0">
                <a:solidFill>
                  <a:srgbClr val="1F1D1F"/>
                </a:solidFill>
                <a:latin typeface="Arial"/>
                <a:cs typeface="Arial"/>
              </a:rPr>
              <a:t>the</a:t>
            </a:r>
            <a:r>
              <a:rPr sz="1250" spc="-25" dirty="0">
                <a:solidFill>
                  <a:srgbClr val="1F1D1F"/>
                </a:solidFill>
                <a:latin typeface="Arial"/>
                <a:cs typeface="Arial"/>
              </a:rPr>
              <a:t> </a:t>
            </a:r>
            <a:r>
              <a:rPr sz="1250" spc="-114" dirty="0">
                <a:solidFill>
                  <a:srgbClr val="1F1D1F"/>
                </a:solidFill>
                <a:latin typeface="Arial"/>
                <a:cs typeface="Arial"/>
              </a:rPr>
              <a:t>section</a:t>
            </a:r>
            <a:r>
              <a:rPr sz="1250" spc="45" dirty="0">
                <a:solidFill>
                  <a:srgbClr val="1F1D1F"/>
                </a:solidFill>
                <a:latin typeface="Arial"/>
                <a:cs typeface="Arial"/>
              </a:rPr>
              <a:t> </a:t>
            </a:r>
            <a:r>
              <a:rPr sz="1250" spc="-175" dirty="0">
                <a:solidFill>
                  <a:srgbClr val="1F1D1F"/>
                </a:solidFill>
                <a:latin typeface="Arial"/>
                <a:cs typeface="Arial"/>
              </a:rPr>
              <a:t>2</a:t>
            </a:r>
            <a:r>
              <a:rPr sz="1250" spc="-10" dirty="0">
                <a:solidFill>
                  <a:srgbClr val="1F1D1F"/>
                </a:solidFill>
                <a:latin typeface="Arial"/>
                <a:cs typeface="Arial"/>
              </a:rPr>
              <a:t> </a:t>
            </a:r>
            <a:r>
              <a:rPr sz="1150" spc="-25" dirty="0">
                <a:solidFill>
                  <a:srgbClr val="1F1D1F"/>
                </a:solidFill>
                <a:latin typeface="Arial"/>
                <a:cs typeface="Arial"/>
              </a:rPr>
              <a:t>(f)</a:t>
            </a:r>
            <a:r>
              <a:rPr sz="1150" spc="30" dirty="0">
                <a:solidFill>
                  <a:srgbClr val="1F1D1F"/>
                </a:solidFill>
                <a:latin typeface="Arial"/>
                <a:cs typeface="Arial"/>
              </a:rPr>
              <a:t> </a:t>
            </a:r>
            <a:r>
              <a:rPr sz="1250" spc="-90" dirty="0">
                <a:solidFill>
                  <a:srgbClr val="1F1D1F"/>
                </a:solidFill>
                <a:latin typeface="Arial"/>
                <a:cs typeface="Arial"/>
              </a:rPr>
              <a:t>of</a:t>
            </a:r>
            <a:r>
              <a:rPr sz="1250" spc="-25" dirty="0">
                <a:solidFill>
                  <a:srgbClr val="1F1D1F"/>
                </a:solidFill>
                <a:latin typeface="Arial"/>
                <a:cs typeface="Arial"/>
              </a:rPr>
              <a:t> </a:t>
            </a:r>
            <a:r>
              <a:rPr sz="1250" spc="-85" dirty="0">
                <a:solidFill>
                  <a:srgbClr val="1F1D1F"/>
                </a:solidFill>
                <a:latin typeface="Arial"/>
                <a:cs typeface="Arial"/>
              </a:rPr>
              <a:t>the</a:t>
            </a:r>
            <a:r>
              <a:rPr sz="1250" spc="-50" dirty="0">
                <a:solidFill>
                  <a:srgbClr val="1F1D1F"/>
                </a:solidFill>
                <a:latin typeface="Arial"/>
                <a:cs typeface="Arial"/>
              </a:rPr>
              <a:t> </a:t>
            </a:r>
            <a:r>
              <a:rPr sz="1250" spc="-250" dirty="0">
                <a:solidFill>
                  <a:srgbClr val="1F1D1F"/>
                </a:solidFill>
                <a:latin typeface="Arial"/>
                <a:cs typeface="Arial"/>
              </a:rPr>
              <a:t>UGC</a:t>
            </a:r>
            <a:r>
              <a:rPr sz="1250" spc="-5" dirty="0">
                <a:solidFill>
                  <a:srgbClr val="1F1D1F"/>
                </a:solidFill>
                <a:latin typeface="Arial"/>
                <a:cs typeface="Arial"/>
              </a:rPr>
              <a:t> </a:t>
            </a:r>
            <a:r>
              <a:rPr sz="1250" spc="-120" dirty="0">
                <a:solidFill>
                  <a:srgbClr val="1F1D1F"/>
                </a:solidFill>
                <a:latin typeface="Arial"/>
                <a:cs typeface="Arial"/>
              </a:rPr>
              <a:t>Act</a:t>
            </a:r>
            <a:r>
              <a:rPr sz="1250" spc="-55" dirty="0">
                <a:solidFill>
                  <a:srgbClr val="1F1D1F"/>
                </a:solidFill>
                <a:latin typeface="Arial"/>
                <a:cs typeface="Arial"/>
              </a:rPr>
              <a:t> </a:t>
            </a:r>
            <a:r>
              <a:rPr sz="1250" spc="-20" dirty="0">
                <a:solidFill>
                  <a:srgbClr val="1F1D1F"/>
                </a:solidFill>
                <a:latin typeface="Arial"/>
                <a:cs typeface="Arial"/>
              </a:rPr>
              <a:t>1956</a:t>
            </a:r>
            <a:endParaRPr sz="12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35138" y="5500634"/>
            <a:ext cx="348297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50" dirty="0">
                <a:solidFill>
                  <a:srgbClr val="1F1D1F"/>
                </a:solidFill>
                <a:latin typeface="Arial"/>
                <a:cs typeface="Arial"/>
              </a:rPr>
              <a:t>e</a:t>
            </a:r>
            <a:r>
              <a:rPr sz="1850" spc="-65" dirty="0">
                <a:solidFill>
                  <a:srgbClr val="1F1D1F"/>
                </a:solidFill>
                <a:latin typeface="Arial"/>
                <a:cs typeface="Arial"/>
              </a:rPr>
              <a:t> </a:t>
            </a:r>
            <a:r>
              <a:rPr sz="1850" i="1" dirty="0">
                <a:solidFill>
                  <a:srgbClr val="1F1D1F"/>
                </a:solidFill>
                <a:latin typeface="Arial"/>
                <a:cs typeface="Arial"/>
              </a:rPr>
              <a:t>Youth;</a:t>
            </a:r>
            <a:r>
              <a:rPr sz="1850" i="1" spc="125" dirty="0">
                <a:solidFill>
                  <a:srgbClr val="1F1D1F"/>
                </a:solidFill>
                <a:latin typeface="Arial"/>
                <a:cs typeface="Arial"/>
              </a:rPr>
              <a:t> </a:t>
            </a:r>
            <a:r>
              <a:rPr sz="1850" i="1" dirty="0">
                <a:solidFill>
                  <a:srgbClr val="1F1D1F"/>
                </a:solidFill>
                <a:latin typeface="Arial"/>
                <a:cs typeface="Arial"/>
              </a:rPr>
              <a:t>Empowering</a:t>
            </a:r>
            <a:r>
              <a:rPr sz="1850" i="1" spc="235" dirty="0">
                <a:solidFill>
                  <a:srgbClr val="1F1D1F"/>
                </a:solidFill>
                <a:latin typeface="Arial"/>
                <a:cs typeface="Arial"/>
              </a:rPr>
              <a:t> </a:t>
            </a:r>
            <a:r>
              <a:rPr sz="1850" i="1" dirty="0">
                <a:solidFill>
                  <a:srgbClr val="1F1D1F"/>
                </a:solidFill>
                <a:latin typeface="Arial"/>
                <a:cs typeface="Arial"/>
              </a:rPr>
              <a:t>the</a:t>
            </a:r>
            <a:r>
              <a:rPr sz="1850" i="1" spc="40" dirty="0">
                <a:solidFill>
                  <a:srgbClr val="1F1D1F"/>
                </a:solidFill>
                <a:latin typeface="Arial"/>
                <a:cs typeface="Arial"/>
              </a:rPr>
              <a:t> </a:t>
            </a:r>
            <a:r>
              <a:rPr sz="1850" i="1" spc="-10" dirty="0">
                <a:solidFill>
                  <a:srgbClr val="1F1D1F"/>
                </a:solidFill>
                <a:latin typeface="Arial"/>
                <a:cs typeface="Arial"/>
              </a:rPr>
              <a:t>Nation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26220" cy="6858000"/>
            <a:chOff x="0" y="0"/>
            <a:chExt cx="912622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25712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0075" y="150876"/>
              <a:ext cx="6396228" cy="92049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2680144" y="2383485"/>
            <a:ext cx="386905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9025" marR="5080" indent="-1076325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Pre-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Final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Year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Project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Progress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Submitted</a:t>
            </a:r>
            <a:r>
              <a:rPr sz="2400" b="1" spc="-1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by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664335" y="3498850"/>
          <a:ext cx="6002654" cy="1828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3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0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DEV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DAGAR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2301730073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SHUBHI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TYAGI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2301730132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ARYAN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SHARMA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2301730119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DEV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SOOD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2301730121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552473" y="1385836"/>
            <a:ext cx="6543675" cy="878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solidFill>
                  <a:srgbClr val="C00000"/>
                </a:solidFill>
                <a:latin typeface="Calibri"/>
                <a:cs typeface="Calibri"/>
              </a:rPr>
              <a:t>AI-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Based</a:t>
            </a:r>
            <a:r>
              <a:rPr sz="2800" spc="-9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Student</a:t>
            </a:r>
            <a:r>
              <a:rPr sz="2800" spc="-9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C00000"/>
                </a:solidFill>
                <a:latin typeface="Calibri"/>
                <a:cs typeface="Calibri"/>
              </a:rPr>
              <a:t>Performance</a:t>
            </a:r>
            <a:r>
              <a:rPr sz="2800" spc="-9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/>
                <a:cs typeface="Calibri"/>
              </a:rPr>
              <a:t>Prediction</a:t>
            </a:r>
            <a:r>
              <a:rPr sz="2800" spc="-8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C00000"/>
                </a:solidFill>
                <a:latin typeface="Calibri"/>
                <a:cs typeface="Calibri"/>
              </a:rPr>
              <a:t>&amp;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1711960" algn="l"/>
                <a:tab pos="6318885" algn="l"/>
              </a:tabLst>
            </a:pPr>
            <a:r>
              <a:rPr sz="2800" b="0" u="sng" dirty="0">
                <a:solidFill>
                  <a:srgbClr val="C00000"/>
                </a:solidFill>
                <a:uFill>
                  <a:solidFill>
                    <a:srgbClr val="497DBA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800" u="sng" dirty="0">
                <a:solidFill>
                  <a:srgbClr val="C00000"/>
                </a:solidFill>
                <a:uFill>
                  <a:solidFill>
                    <a:srgbClr val="497DBA"/>
                  </a:solidFill>
                </a:uFill>
                <a:latin typeface="Calibri"/>
                <a:cs typeface="Calibri"/>
              </a:rPr>
              <a:t>Early</a:t>
            </a:r>
            <a:r>
              <a:rPr sz="2800" u="sng" spc="-95" dirty="0">
                <a:solidFill>
                  <a:srgbClr val="C00000"/>
                </a:solidFill>
                <a:uFill>
                  <a:solidFill>
                    <a:srgbClr val="497DBA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10" dirty="0">
                <a:solidFill>
                  <a:srgbClr val="C00000"/>
                </a:solidFill>
                <a:uFill>
                  <a:solidFill>
                    <a:srgbClr val="497DBA"/>
                  </a:solidFill>
                </a:uFill>
                <a:latin typeface="Calibri"/>
                <a:cs typeface="Calibri"/>
              </a:rPr>
              <a:t>Warning</a:t>
            </a:r>
            <a:r>
              <a:rPr sz="2800" u="sng" spc="-95" dirty="0">
                <a:solidFill>
                  <a:srgbClr val="C00000"/>
                </a:solidFill>
                <a:uFill>
                  <a:solidFill>
                    <a:srgbClr val="497DBA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10" dirty="0">
                <a:solidFill>
                  <a:srgbClr val="C00000"/>
                </a:solidFill>
                <a:uFill>
                  <a:solidFill>
                    <a:srgbClr val="497DBA"/>
                  </a:solidFill>
                </a:uFill>
                <a:latin typeface="Calibri"/>
                <a:cs typeface="Calibri"/>
              </a:rPr>
              <a:t>System</a:t>
            </a:r>
            <a:r>
              <a:rPr sz="2800" u="sng" dirty="0">
                <a:solidFill>
                  <a:srgbClr val="C00000"/>
                </a:solidFill>
                <a:uFill>
                  <a:solidFill>
                    <a:srgbClr val="497DBA"/>
                  </a:solidFill>
                </a:uFill>
                <a:latin typeface="Calibri"/>
                <a:cs typeface="Calibri"/>
              </a:rPr>
              <a:t>	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5175" y="5753569"/>
            <a:ext cx="34245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Industry</a:t>
            </a:r>
            <a:r>
              <a:rPr sz="18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Calibri"/>
                <a:cs typeface="Calibri"/>
              </a:rPr>
              <a:t>Mentor:</a:t>
            </a:r>
            <a:endParaRPr sz="1800">
              <a:latin typeface="Calibri"/>
              <a:cs typeface="Calibri"/>
            </a:endParaRPr>
          </a:p>
          <a:p>
            <a:pPr marL="64135">
              <a:lnSpc>
                <a:spcPct val="100000"/>
              </a:lnSpc>
            </a:pP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Faculty</a:t>
            </a:r>
            <a:r>
              <a:rPr sz="18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Mentor:</a:t>
            </a:r>
            <a:r>
              <a:rPr sz="18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MS.</a:t>
            </a:r>
            <a:r>
              <a:rPr sz="18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LUCKY</a:t>
            </a:r>
            <a:r>
              <a:rPr sz="18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006FC0"/>
                </a:solidFill>
                <a:latin typeface="Calibri"/>
                <a:cs typeface="Calibri"/>
              </a:rPr>
              <a:t>VERMA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963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105"/>
              </a:spcBef>
            </a:pPr>
            <a:r>
              <a:rPr dirty="0"/>
              <a:t>Project</a:t>
            </a:r>
            <a:r>
              <a:rPr spc="-95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048753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25400"/>
                </a:moveTo>
                <a:lnTo>
                  <a:pt x="0" y="25400"/>
                </a:lnTo>
                <a:lnTo>
                  <a:pt x="0" y="0"/>
                </a:lnTo>
                <a:lnTo>
                  <a:pt x="9144000" y="0"/>
                </a:lnTo>
                <a:lnTo>
                  <a:pt x="9144000" y="2540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627" y="6309359"/>
            <a:ext cx="2412492" cy="34594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2156" y="1244599"/>
            <a:ext cx="8395146" cy="49988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1" dirty="0"/>
              <a:t>The Academic Challenge (Problem Statement)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Reactive Assessment Models:</a:t>
            </a:r>
            <a:r>
              <a:rPr lang="en-US" dirty="0"/>
              <a:t> Traditional institutional monitoring is inherently reactive, identifying academic deficiencies only after summative evaluations (final exams).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Operational Inefficiencies:</a:t>
            </a:r>
            <a:r>
              <a:rPr lang="en-US" dirty="0"/>
              <a:t> Reliance on manual data entry and fragmented record-keeping leads to delayed identification of at-risk students.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Information Asymmetry:</a:t>
            </a:r>
            <a:r>
              <a:rPr lang="en-US" dirty="0"/>
              <a:t> Lack of predictive tools prevents faculty from visualizing a student's academic trajectory in real-time.</a:t>
            </a:r>
          </a:p>
          <a:p>
            <a:endParaRPr lang="en-US" dirty="0"/>
          </a:p>
          <a:p>
            <a:r>
              <a:rPr lang="en-US" b="1" dirty="0"/>
              <a:t>The Intelligent Solution (Proposed System)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Proactive Early Warning System (EWS):</a:t>
            </a:r>
            <a:r>
              <a:rPr lang="en-US" dirty="0"/>
              <a:t> Implementation of an automated framework that utilizes </a:t>
            </a:r>
            <a:r>
              <a:rPr lang="en-US" b="1" dirty="0"/>
              <a:t>Educational Data Mining (EDM)</a:t>
            </a:r>
            <a:r>
              <a:rPr lang="en-US" dirty="0"/>
              <a:t> to forecast outcomes.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Machine Learning Integration:</a:t>
            </a:r>
            <a:r>
              <a:rPr lang="en-US" dirty="0"/>
              <a:t> Employs a </a:t>
            </a:r>
            <a:r>
              <a:rPr lang="en-US" b="1" dirty="0"/>
              <a:t>Random Forest Classification</a:t>
            </a:r>
            <a:r>
              <a:rPr lang="en-US" dirty="0"/>
              <a:t> algorithm to analyze multi-dimensional variables including attendance, internal assessments, and historical GPA.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Categorical Risk Assessment:</a:t>
            </a:r>
            <a:r>
              <a:rPr lang="en-US" dirty="0"/>
              <a:t> Dynamically stratifies the student population into </a:t>
            </a:r>
            <a:r>
              <a:rPr lang="en-US" b="1" dirty="0"/>
              <a:t>High, Medium, and Low-risk</a:t>
            </a:r>
            <a:r>
              <a:rPr lang="en-US" dirty="0"/>
              <a:t> tiers for targeted intervention.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963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105"/>
              </a:spcBef>
            </a:pPr>
            <a:r>
              <a:rPr dirty="0"/>
              <a:t>Specific</a:t>
            </a:r>
            <a:r>
              <a:rPr spc="-95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048753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25400"/>
                </a:moveTo>
                <a:lnTo>
                  <a:pt x="0" y="25400"/>
                </a:lnTo>
                <a:lnTo>
                  <a:pt x="0" y="0"/>
                </a:lnTo>
                <a:lnTo>
                  <a:pt x="9144000" y="0"/>
                </a:lnTo>
                <a:lnTo>
                  <a:pt x="9144000" y="2540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627" y="6309359"/>
            <a:ext cx="2412492" cy="34594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9863" y="1137069"/>
            <a:ext cx="8741981" cy="49988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1" dirty="0"/>
              <a:t>1. Data Intelligence &amp; Analytics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aggregate multi-dimensional student datasets including attendance logs, internal assessment scores, and historical GPA.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perform Exploratory Data Analysis (EDA) to identify key correlations between student engagement and academic outcomes.</a:t>
            </a:r>
          </a:p>
          <a:p>
            <a:r>
              <a:rPr lang="en-US" b="1" dirty="0"/>
              <a:t>2. Predictive Model Development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develop and optimize a </a:t>
            </a:r>
            <a:r>
              <a:rPr lang="en-US" b="1" dirty="0"/>
              <a:t>Random Forest Classification</a:t>
            </a:r>
            <a:r>
              <a:rPr lang="en-US" dirty="0"/>
              <a:t> model for precise risk-tier stratification.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achieve high model reliability by validating performance through precision, recall, and F1-score metrics.</a:t>
            </a:r>
          </a:p>
          <a:p>
            <a:r>
              <a:rPr lang="en-US" b="1" dirty="0"/>
              <a:t>3. System Architecture &amp; RBAC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engineer a secure </a:t>
            </a:r>
            <a:r>
              <a:rPr lang="en-US" b="1" dirty="0"/>
              <a:t>Role-Based Access Control (RBAC)</a:t>
            </a:r>
            <a:r>
              <a:rPr lang="en-US" dirty="0"/>
              <a:t> system for three distinct user tiers: Admin, Mentor, and Student.</a:t>
            </a:r>
          </a:p>
          <a:p>
            <a:r>
              <a:rPr lang="en-US" b="1" dirty="0"/>
              <a:t>4. Early Warning &amp; Intervention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implement a real-time </a:t>
            </a:r>
            <a:r>
              <a:rPr lang="en-US" b="1" dirty="0"/>
              <a:t>Early Warning System (EWS)</a:t>
            </a:r>
            <a:r>
              <a:rPr lang="en-US" dirty="0"/>
              <a:t> that triggers automated notifications for students flagged as "High-Risk."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provide mentors with actionable visual insights (via Plotly) for evidence-based academic counseling.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963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105"/>
              </a:spcBef>
            </a:pPr>
            <a:r>
              <a:rPr dirty="0"/>
              <a:t>Key</a:t>
            </a:r>
            <a:r>
              <a:rPr spc="-40" dirty="0"/>
              <a:t> </a:t>
            </a:r>
            <a:r>
              <a:rPr spc="-10" dirty="0"/>
              <a:t>Features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048753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25400"/>
                </a:moveTo>
                <a:lnTo>
                  <a:pt x="0" y="25400"/>
                </a:lnTo>
                <a:lnTo>
                  <a:pt x="0" y="0"/>
                </a:lnTo>
                <a:lnTo>
                  <a:pt x="9144000" y="0"/>
                </a:lnTo>
                <a:lnTo>
                  <a:pt x="9144000" y="2540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627" y="6309359"/>
            <a:ext cx="2412492" cy="345947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2CF4B07D-BFCE-0DAC-B4C8-39CA199C6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384" y="1524000"/>
            <a:ext cx="790077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Intelligent Prediction: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classify students into Low, Medium, or High-risk categories and forecast GPA.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Dashboards: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Secure portals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(management),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Mentor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(cohort analytics),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(self-tracking).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Visuals: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Real-time, hover-able charts powered 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Plotly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visualize performance trends and feature importance.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Warning System: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Automated notification gateway to instantly flag "High-Risk" students for immediate intervention.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4660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105"/>
              </a:spcBef>
            </a:pPr>
            <a:r>
              <a:rPr dirty="0"/>
              <a:t>Progress</a:t>
            </a:r>
            <a:r>
              <a:rPr spc="-70" dirty="0"/>
              <a:t> </a:t>
            </a:r>
            <a:r>
              <a:rPr spc="-10" dirty="0"/>
              <a:t>Summary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048753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25400"/>
                </a:moveTo>
                <a:lnTo>
                  <a:pt x="0" y="25400"/>
                </a:lnTo>
                <a:lnTo>
                  <a:pt x="0" y="0"/>
                </a:lnTo>
                <a:lnTo>
                  <a:pt x="9144000" y="0"/>
                </a:lnTo>
                <a:lnTo>
                  <a:pt x="9144000" y="2540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627" y="6309359"/>
            <a:ext cx="2412492" cy="34594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8254" y="1337018"/>
            <a:ext cx="8025130" cy="856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 indent="-88900">
              <a:lnSpc>
                <a:spcPct val="100000"/>
              </a:lnSpc>
              <a:spcBef>
                <a:spcPts val="100"/>
              </a:spcBef>
              <a:buSzPct val="94444"/>
              <a:buFont typeface="Arial"/>
              <a:buChar char="•"/>
              <a:tabLst>
                <a:tab pos="92075" algn="l"/>
              </a:tabLst>
            </a:pPr>
            <a:r>
              <a:rPr lang="en-US" sz="1800" b="1" dirty="0">
                <a:latin typeface="Arial"/>
                <a:cs typeface="Arial"/>
              </a:rPr>
              <a:t>Current</a:t>
            </a:r>
            <a:r>
              <a:rPr lang="en-US" sz="1800" b="1" spc="-50" dirty="0">
                <a:latin typeface="Arial"/>
                <a:cs typeface="Arial"/>
              </a:rPr>
              <a:t> </a:t>
            </a:r>
            <a:r>
              <a:rPr lang="en-US" sz="1800" b="1" dirty="0">
                <a:latin typeface="Arial"/>
                <a:cs typeface="Arial"/>
              </a:rPr>
              <a:t>Status:</a:t>
            </a:r>
            <a:r>
              <a:rPr lang="en-US" sz="1800" b="1" spc="-35" dirty="0">
                <a:latin typeface="Arial"/>
                <a:cs typeface="Arial"/>
              </a:rPr>
              <a:t> </a:t>
            </a:r>
            <a:r>
              <a:rPr lang="en-US" b="1" spc="-35" dirty="0">
                <a:latin typeface="Arial"/>
                <a:cs typeface="Arial"/>
              </a:rPr>
              <a:t>100</a:t>
            </a:r>
            <a:r>
              <a:rPr lang="en-US" sz="1800" b="1" dirty="0">
                <a:latin typeface="Arial"/>
                <a:cs typeface="Arial"/>
              </a:rPr>
              <a:t>%</a:t>
            </a:r>
            <a:r>
              <a:rPr lang="en-US" sz="1800" b="1" spc="-40" dirty="0">
                <a:latin typeface="Arial"/>
                <a:cs typeface="Arial"/>
              </a:rPr>
              <a:t> </a:t>
            </a:r>
            <a:r>
              <a:rPr lang="en-US" sz="1800" b="1" dirty="0">
                <a:latin typeface="Arial"/>
                <a:cs typeface="Arial"/>
              </a:rPr>
              <a:t>Overall</a:t>
            </a:r>
            <a:r>
              <a:rPr lang="en-US" sz="1800" b="1" spc="-35" dirty="0">
                <a:latin typeface="Arial"/>
                <a:cs typeface="Arial"/>
              </a:rPr>
              <a:t> </a:t>
            </a:r>
            <a:r>
              <a:rPr lang="en-US" sz="1800" b="1" spc="-10" dirty="0">
                <a:latin typeface="Arial"/>
                <a:cs typeface="Arial"/>
              </a:rPr>
              <a:t>Completion.</a:t>
            </a:r>
            <a:endParaRPr lang="en-US"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"/>
              <a:buChar char="•"/>
            </a:pPr>
            <a:endParaRPr lang="en-US" sz="1800" dirty="0">
              <a:latin typeface="Arial"/>
              <a:cs typeface="Arial"/>
            </a:endParaRPr>
          </a:p>
          <a:p>
            <a:pPr marL="12700" marR="200025" indent="-9525">
              <a:lnSpc>
                <a:spcPct val="100000"/>
              </a:lnSpc>
              <a:buSzPct val="94444"/>
              <a:buFont typeface="Arial"/>
              <a:buChar char="•"/>
              <a:tabLst>
                <a:tab pos="92075" algn="l"/>
              </a:tabLst>
            </a:pPr>
            <a:endParaRPr lang="en-US" sz="1800" dirty="0">
              <a:latin typeface="Arial"/>
              <a:cs typeface="Arial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7ACD949-7CB4-3265-A70D-41396972B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156" y="1675174"/>
            <a:ext cx="810122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1: Requirement Analysis &amp; Design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100% Completed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SRS documentation, Feasibility Study, and System Architecture finalized.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2: Data Engineering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100% Completed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collection, cleaning, and Feature Engineering (encoding &amp; scaling) executed.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3: Model Development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100% Completed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Classifier trained and optimized for high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4: System Integration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100% Completed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logic (Python) integrated with Frontend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and Database (SQLite3).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5: Testing &amp; Deployment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100% Completed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Functional testing of RBAC portals and model performance validation finished.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794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Detailed</a:t>
            </a:r>
            <a:r>
              <a:rPr sz="2800" spc="-120" dirty="0"/>
              <a:t> </a:t>
            </a:r>
            <a:r>
              <a:rPr sz="2800" dirty="0"/>
              <a:t>Progress</a:t>
            </a:r>
            <a:r>
              <a:rPr sz="2800" spc="-125" dirty="0"/>
              <a:t> </a:t>
            </a:r>
            <a:r>
              <a:rPr sz="2800" dirty="0"/>
              <a:t>–</a:t>
            </a:r>
            <a:r>
              <a:rPr sz="2800" spc="-114" dirty="0"/>
              <a:t> </a:t>
            </a:r>
            <a:r>
              <a:rPr sz="2800" dirty="0"/>
              <a:t>Development</a:t>
            </a:r>
            <a:r>
              <a:rPr sz="2800" spc="-125" dirty="0"/>
              <a:t> </a:t>
            </a:r>
            <a:r>
              <a:rPr sz="2800" spc="-10" dirty="0"/>
              <a:t>Phase</a:t>
            </a:r>
            <a:endParaRPr sz="2800" dirty="0"/>
          </a:p>
        </p:txBody>
      </p:sp>
      <p:sp>
        <p:nvSpPr>
          <p:cNvPr id="3" name="object 3"/>
          <p:cNvSpPr/>
          <p:nvPr/>
        </p:nvSpPr>
        <p:spPr>
          <a:xfrm>
            <a:off x="0" y="1048753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25400"/>
                </a:moveTo>
                <a:lnTo>
                  <a:pt x="0" y="25400"/>
                </a:lnTo>
                <a:lnTo>
                  <a:pt x="0" y="0"/>
                </a:lnTo>
                <a:lnTo>
                  <a:pt x="9144000" y="0"/>
                </a:lnTo>
                <a:lnTo>
                  <a:pt x="9144000" y="2540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627" y="6309359"/>
            <a:ext cx="2412492" cy="34594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46825" y="1137373"/>
            <a:ext cx="8036559" cy="55528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b="1" dirty="0"/>
              <a:t>1. Data Engineering &amp; ML Pipeline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Preprocessing:</a:t>
            </a:r>
            <a:r>
              <a:rPr lang="en-IN" dirty="0"/>
              <a:t> Executed </a:t>
            </a:r>
            <a:r>
              <a:rPr lang="en-IN" b="1" dirty="0"/>
              <a:t>Label Encoding</a:t>
            </a:r>
            <a:r>
              <a:rPr lang="en-IN" dirty="0"/>
              <a:t> and </a:t>
            </a:r>
            <a:r>
              <a:rPr lang="en-IN" b="1" dirty="0"/>
              <a:t>Min-Max Scaling</a:t>
            </a:r>
            <a:r>
              <a:rPr lang="en-IN" dirty="0"/>
              <a:t> to normalize student engagement metrics.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Model Selection:</a:t>
            </a:r>
            <a:r>
              <a:rPr lang="en-IN" dirty="0"/>
              <a:t> Implemented </a:t>
            </a:r>
            <a:r>
              <a:rPr lang="en-IN" b="1" dirty="0"/>
              <a:t>Random Forest Classifier</a:t>
            </a:r>
            <a:r>
              <a:rPr lang="en-IN" dirty="0"/>
              <a:t> for non-linear risk stratification.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Optimization:</a:t>
            </a:r>
            <a:r>
              <a:rPr lang="en-IN" dirty="0"/>
              <a:t> Tuned </a:t>
            </a:r>
            <a:r>
              <a:rPr lang="en-IN" dirty="0" err="1"/>
              <a:t>n_estimators</a:t>
            </a:r>
            <a:r>
              <a:rPr lang="en-IN" dirty="0"/>
              <a:t> and </a:t>
            </a:r>
            <a:r>
              <a:rPr lang="en-IN" dirty="0" err="1"/>
              <a:t>max_depth</a:t>
            </a:r>
            <a:r>
              <a:rPr lang="en-IN" dirty="0"/>
              <a:t> to achieve optimal accuracy and prevent overfitting.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b="1" dirty="0"/>
              <a:t>2. Application &amp; System Architecture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Frontend:</a:t>
            </a:r>
            <a:r>
              <a:rPr lang="en-IN" dirty="0"/>
              <a:t> Built a responsive UI using </a:t>
            </a:r>
            <a:r>
              <a:rPr lang="en-IN" b="1" dirty="0" err="1"/>
              <a:t>Streamlit</a:t>
            </a:r>
            <a:r>
              <a:rPr lang="en-IN" dirty="0"/>
              <a:t> for real-time risk visualization.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Backend/DB:</a:t>
            </a:r>
            <a:r>
              <a:rPr lang="en-IN" dirty="0"/>
              <a:t> Integrated </a:t>
            </a:r>
            <a:r>
              <a:rPr lang="en-IN" b="1" dirty="0"/>
              <a:t>Python</a:t>
            </a:r>
            <a:r>
              <a:rPr lang="en-IN" dirty="0"/>
              <a:t> logic with </a:t>
            </a:r>
            <a:r>
              <a:rPr lang="en-IN" b="1" dirty="0"/>
              <a:t>SQLite3</a:t>
            </a:r>
            <a:r>
              <a:rPr lang="en-IN" dirty="0"/>
              <a:t> for secure, persistent data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Access Control:</a:t>
            </a:r>
            <a:r>
              <a:rPr lang="en-IN" dirty="0"/>
              <a:t> Deployed a 3-tier </a:t>
            </a:r>
            <a:r>
              <a:rPr lang="en-IN" b="1" dirty="0"/>
              <a:t>RBAC system</a:t>
            </a:r>
            <a:r>
              <a:rPr lang="en-IN" dirty="0"/>
              <a:t> (Admin/Mentor/Student) to ensure data privacy.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b="1" dirty="0"/>
              <a:t>3. Performance Validation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Metrics:</a:t>
            </a:r>
            <a:r>
              <a:rPr lang="en-IN" dirty="0"/>
              <a:t> Validated via </a:t>
            </a:r>
            <a:r>
              <a:rPr lang="en-IN" b="1" dirty="0"/>
              <a:t>Confusion Matrix</a:t>
            </a:r>
            <a:r>
              <a:rPr lang="en-IN" dirty="0"/>
              <a:t> and </a:t>
            </a:r>
            <a:r>
              <a:rPr lang="en-IN" b="1" dirty="0"/>
              <a:t>F1-Score</a:t>
            </a:r>
            <a:r>
              <a:rPr lang="en-IN" dirty="0"/>
              <a:t> to ensure high reliability in "High-Risk" detection.</a:t>
            </a:r>
          </a:p>
          <a:p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96" y="0"/>
            <a:ext cx="9099804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934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Methodology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1048753"/>
            <a:ext cx="9144000" cy="5607050"/>
            <a:chOff x="0" y="1048753"/>
            <a:chExt cx="9144000" cy="5607050"/>
          </a:xfrm>
        </p:grpSpPr>
        <p:sp>
          <p:nvSpPr>
            <p:cNvPr id="5" name="object 5"/>
            <p:cNvSpPr/>
            <p:nvPr/>
          </p:nvSpPr>
          <p:spPr>
            <a:xfrm>
              <a:off x="0" y="1048753"/>
              <a:ext cx="9144000" cy="25400"/>
            </a:xfrm>
            <a:custGeom>
              <a:avLst/>
              <a:gdLst/>
              <a:ahLst/>
              <a:cxnLst/>
              <a:rect l="l" t="t" r="r" b="b"/>
              <a:pathLst>
                <a:path w="9144000" h="25400">
                  <a:moveTo>
                    <a:pt x="9144000" y="25400"/>
                  </a:moveTo>
                  <a:lnTo>
                    <a:pt x="0" y="2540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25400"/>
                  </a:lnTo>
                  <a:close/>
                </a:path>
              </a:pathLst>
            </a:custGeom>
            <a:solidFill>
              <a:srgbClr val="005F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27" y="6309360"/>
              <a:ext cx="2412492" cy="34594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28600" y="1253493"/>
            <a:ext cx="7789545" cy="55528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1" dirty="0"/>
              <a:t>1. Requirement Analysis: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Detailed study of academic monitoring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Finalization of Hardware (8GB RAM, i5) and Software (Python, </a:t>
            </a:r>
            <a:r>
              <a:rPr lang="en-US" dirty="0" err="1"/>
              <a:t>Streamlit</a:t>
            </a:r>
            <a:r>
              <a:rPr lang="en-US" dirty="0"/>
              <a:t>) requirements.</a:t>
            </a:r>
          </a:p>
          <a:p>
            <a:r>
              <a:rPr lang="en-US" b="1" dirty="0"/>
              <a:t>2. System Design: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Development of System Architecture and 3-tier </a:t>
            </a:r>
            <a:r>
              <a:rPr lang="en-US" b="1" dirty="0"/>
              <a:t>RBAC (Role-Based Access Control)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Designing the UI layout for Mentor and Student dashboards.</a:t>
            </a:r>
          </a:p>
          <a:p>
            <a:r>
              <a:rPr lang="en-US" b="1" dirty="0"/>
              <a:t>3. Implementation (Development):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 Phase:</a:t>
            </a:r>
            <a:r>
              <a:rPr lang="en-US" dirty="0"/>
              <a:t> Cleaning and encoding categorical student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ML Phase:</a:t>
            </a:r>
            <a:r>
              <a:rPr lang="en-US" dirty="0"/>
              <a:t> Building the Random Forest Classifier and integrating it with the </a:t>
            </a:r>
            <a:r>
              <a:rPr lang="en-US" dirty="0" err="1"/>
              <a:t>Streamlit</a:t>
            </a:r>
            <a:r>
              <a:rPr lang="en-US" dirty="0"/>
              <a:t> frontend.</a:t>
            </a:r>
          </a:p>
          <a:p>
            <a:r>
              <a:rPr lang="en-US" b="1" dirty="0"/>
              <a:t>4. Testing &amp; Validation: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Performing functional testing for user login and data entry.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Validating model accuracy via Confusion Matrix and F1-Score metrics.</a:t>
            </a:r>
          </a:p>
          <a:p>
            <a:r>
              <a:rPr lang="en-US" b="1" dirty="0"/>
              <a:t>5. Deployment: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Final integration of the local server environment using </a:t>
            </a:r>
            <a:r>
              <a:rPr lang="en-US" b="1" dirty="0"/>
              <a:t>SQLite3</a:t>
            </a:r>
            <a:r>
              <a:rPr lang="en-US" dirty="0"/>
              <a:t> for persistent data storage.</a:t>
            </a:r>
          </a:p>
          <a:p>
            <a:br>
              <a:rPr lang="en-US" dirty="0"/>
            </a:b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6360" marR="5080">
              <a:lnSpc>
                <a:spcPct val="100000"/>
              </a:lnSpc>
              <a:spcBef>
                <a:spcPts val="105"/>
              </a:spcBef>
            </a:pPr>
            <a:r>
              <a:rPr dirty="0"/>
              <a:t>Prototype/Project</a:t>
            </a:r>
            <a:r>
              <a:rPr spc="-250" dirty="0"/>
              <a:t> </a:t>
            </a:r>
            <a:r>
              <a:rPr spc="-20" dirty="0"/>
              <a:t>Flow </a:t>
            </a:r>
            <a:r>
              <a:rPr spc="-10" dirty="0"/>
              <a:t>diagram/Architecture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048753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25400"/>
                </a:moveTo>
                <a:lnTo>
                  <a:pt x="0" y="25400"/>
                </a:lnTo>
                <a:lnTo>
                  <a:pt x="0" y="0"/>
                </a:lnTo>
                <a:lnTo>
                  <a:pt x="9144000" y="0"/>
                </a:lnTo>
                <a:lnTo>
                  <a:pt x="9144000" y="2540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1627" y="1798329"/>
            <a:ext cx="9469755" cy="4857115"/>
            <a:chOff x="71627" y="1798329"/>
            <a:chExt cx="9469755" cy="48571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627" y="6309360"/>
              <a:ext cx="2412492" cy="34594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07921" y="1798329"/>
              <a:ext cx="6333292" cy="111268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4691" y="1904440"/>
              <a:ext cx="2595880" cy="1320800"/>
            </a:xfrm>
            <a:custGeom>
              <a:avLst/>
              <a:gdLst/>
              <a:ahLst/>
              <a:cxnLst/>
              <a:rect l="l" t="t" r="r" b="b"/>
              <a:pathLst>
                <a:path w="2595880" h="1320800">
                  <a:moveTo>
                    <a:pt x="2595334" y="391083"/>
                  </a:moveTo>
                  <a:lnTo>
                    <a:pt x="2595003" y="352983"/>
                  </a:lnTo>
                  <a:lnTo>
                    <a:pt x="2564612" y="353250"/>
                  </a:lnTo>
                  <a:lnTo>
                    <a:pt x="2564612" y="215900"/>
                  </a:lnTo>
                  <a:lnTo>
                    <a:pt x="2564384" y="215900"/>
                  </a:lnTo>
                  <a:lnTo>
                    <a:pt x="2564003" y="203200"/>
                  </a:lnTo>
                  <a:lnTo>
                    <a:pt x="2563495" y="203200"/>
                  </a:lnTo>
                  <a:lnTo>
                    <a:pt x="2562872" y="190500"/>
                  </a:lnTo>
                  <a:lnTo>
                    <a:pt x="2561996" y="190500"/>
                  </a:lnTo>
                  <a:lnTo>
                    <a:pt x="2560091" y="177800"/>
                  </a:lnTo>
                  <a:lnTo>
                    <a:pt x="2559964" y="177800"/>
                  </a:lnTo>
                  <a:lnTo>
                    <a:pt x="2557551" y="165100"/>
                  </a:lnTo>
                  <a:lnTo>
                    <a:pt x="2554478" y="152400"/>
                  </a:lnTo>
                  <a:lnTo>
                    <a:pt x="2554287" y="152400"/>
                  </a:lnTo>
                  <a:lnTo>
                    <a:pt x="2550668" y="139700"/>
                  </a:lnTo>
                  <a:lnTo>
                    <a:pt x="2546794" y="139700"/>
                  </a:lnTo>
                  <a:lnTo>
                    <a:pt x="2546553" y="127000"/>
                  </a:lnTo>
                  <a:lnTo>
                    <a:pt x="2542222" y="127000"/>
                  </a:lnTo>
                  <a:lnTo>
                    <a:pt x="2539288" y="120040"/>
                  </a:lnTo>
                  <a:lnTo>
                    <a:pt x="2539288" y="1092200"/>
                  </a:lnTo>
                  <a:lnTo>
                    <a:pt x="2539022" y="1104900"/>
                  </a:lnTo>
                  <a:lnTo>
                    <a:pt x="2538222" y="1104900"/>
                  </a:lnTo>
                  <a:lnTo>
                    <a:pt x="2537637" y="1117600"/>
                  </a:lnTo>
                  <a:lnTo>
                    <a:pt x="2536914" y="1117600"/>
                  </a:lnTo>
                  <a:lnTo>
                    <a:pt x="2534678" y="1133068"/>
                  </a:lnTo>
                  <a:lnTo>
                    <a:pt x="2532799" y="1143000"/>
                  </a:lnTo>
                  <a:lnTo>
                    <a:pt x="2530233" y="1143000"/>
                  </a:lnTo>
                  <a:lnTo>
                    <a:pt x="2526830" y="1155700"/>
                  </a:lnTo>
                  <a:lnTo>
                    <a:pt x="2527046" y="1155700"/>
                  </a:lnTo>
                  <a:lnTo>
                    <a:pt x="2523159" y="1168400"/>
                  </a:lnTo>
                  <a:lnTo>
                    <a:pt x="2523413" y="1168400"/>
                  </a:lnTo>
                  <a:lnTo>
                    <a:pt x="2519070" y="1181100"/>
                  </a:lnTo>
                  <a:lnTo>
                    <a:pt x="2514854" y="1181100"/>
                  </a:lnTo>
                  <a:lnTo>
                    <a:pt x="2509647" y="1193800"/>
                  </a:lnTo>
                  <a:lnTo>
                    <a:pt x="2509964" y="1193800"/>
                  </a:lnTo>
                  <a:lnTo>
                    <a:pt x="2504338" y="1206500"/>
                  </a:lnTo>
                  <a:lnTo>
                    <a:pt x="2499004" y="1206500"/>
                  </a:lnTo>
                  <a:lnTo>
                    <a:pt x="2492578" y="1219200"/>
                  </a:lnTo>
                  <a:lnTo>
                    <a:pt x="2492972" y="1219200"/>
                  </a:lnTo>
                  <a:lnTo>
                    <a:pt x="2486164" y="1231900"/>
                  </a:lnTo>
                  <a:lnTo>
                    <a:pt x="2486571" y="1219200"/>
                  </a:lnTo>
                  <a:lnTo>
                    <a:pt x="2479408" y="1231900"/>
                  </a:lnTo>
                  <a:lnTo>
                    <a:pt x="2479840" y="1231900"/>
                  </a:lnTo>
                  <a:lnTo>
                    <a:pt x="2472321" y="1244600"/>
                  </a:lnTo>
                  <a:lnTo>
                    <a:pt x="2465387" y="1244600"/>
                  </a:lnTo>
                  <a:lnTo>
                    <a:pt x="2457208" y="1257300"/>
                  </a:lnTo>
                  <a:lnTo>
                    <a:pt x="2441460" y="1257300"/>
                  </a:lnTo>
                  <a:lnTo>
                    <a:pt x="2432393" y="1270000"/>
                  </a:lnTo>
                  <a:lnTo>
                    <a:pt x="2415146" y="1270000"/>
                  </a:lnTo>
                  <a:lnTo>
                    <a:pt x="2405316" y="1282700"/>
                  </a:lnTo>
                  <a:lnTo>
                    <a:pt x="2376944" y="1282700"/>
                  </a:lnTo>
                  <a:lnTo>
                    <a:pt x="2366289" y="1295400"/>
                  </a:lnTo>
                  <a:lnTo>
                    <a:pt x="198323" y="1295400"/>
                  </a:lnTo>
                  <a:lnTo>
                    <a:pt x="187667" y="1282700"/>
                  </a:lnTo>
                  <a:lnTo>
                    <a:pt x="159296" y="1282700"/>
                  </a:lnTo>
                  <a:lnTo>
                    <a:pt x="149466" y="1270000"/>
                  </a:lnTo>
                  <a:lnTo>
                    <a:pt x="132219" y="1270000"/>
                  </a:lnTo>
                  <a:lnTo>
                    <a:pt x="123151" y="1257300"/>
                  </a:lnTo>
                  <a:lnTo>
                    <a:pt x="107403" y="1257300"/>
                  </a:lnTo>
                  <a:lnTo>
                    <a:pt x="99225" y="1244600"/>
                  </a:lnTo>
                  <a:lnTo>
                    <a:pt x="92290" y="1244600"/>
                  </a:lnTo>
                  <a:lnTo>
                    <a:pt x="84772" y="1231900"/>
                  </a:lnTo>
                  <a:lnTo>
                    <a:pt x="85204" y="1231900"/>
                  </a:lnTo>
                  <a:lnTo>
                    <a:pt x="78041" y="1219200"/>
                  </a:lnTo>
                  <a:lnTo>
                    <a:pt x="78447" y="1231900"/>
                  </a:lnTo>
                  <a:lnTo>
                    <a:pt x="71640" y="1219200"/>
                  </a:lnTo>
                  <a:lnTo>
                    <a:pt x="72034" y="1219200"/>
                  </a:lnTo>
                  <a:lnTo>
                    <a:pt x="65608" y="1206500"/>
                  </a:lnTo>
                  <a:lnTo>
                    <a:pt x="60274" y="1206500"/>
                  </a:lnTo>
                  <a:lnTo>
                    <a:pt x="54648" y="1193800"/>
                  </a:lnTo>
                  <a:lnTo>
                    <a:pt x="54965" y="1193800"/>
                  </a:lnTo>
                  <a:lnTo>
                    <a:pt x="49758" y="1181100"/>
                  </a:lnTo>
                  <a:lnTo>
                    <a:pt x="45542" y="1181100"/>
                  </a:lnTo>
                  <a:lnTo>
                    <a:pt x="41198" y="1168400"/>
                  </a:lnTo>
                  <a:lnTo>
                    <a:pt x="41452" y="1168400"/>
                  </a:lnTo>
                  <a:lnTo>
                    <a:pt x="37566" y="1155700"/>
                  </a:lnTo>
                  <a:lnTo>
                    <a:pt x="37782" y="1155700"/>
                  </a:lnTo>
                  <a:lnTo>
                    <a:pt x="34378" y="1143000"/>
                  </a:lnTo>
                  <a:lnTo>
                    <a:pt x="31813" y="1143000"/>
                  </a:lnTo>
                  <a:lnTo>
                    <a:pt x="29387" y="1130287"/>
                  </a:lnTo>
                  <a:lnTo>
                    <a:pt x="27622" y="1117600"/>
                  </a:lnTo>
                  <a:lnTo>
                    <a:pt x="26936" y="1117600"/>
                  </a:lnTo>
                  <a:lnTo>
                    <a:pt x="26365" y="1104900"/>
                  </a:lnTo>
                  <a:lnTo>
                    <a:pt x="25577" y="1104900"/>
                  </a:lnTo>
                  <a:lnTo>
                    <a:pt x="25387" y="1092200"/>
                  </a:lnTo>
                  <a:lnTo>
                    <a:pt x="25387" y="413207"/>
                  </a:lnTo>
                  <a:lnTo>
                    <a:pt x="2539238" y="391579"/>
                  </a:lnTo>
                  <a:lnTo>
                    <a:pt x="2539288" y="1092200"/>
                  </a:lnTo>
                  <a:lnTo>
                    <a:pt x="2539288" y="120040"/>
                  </a:lnTo>
                  <a:lnTo>
                    <a:pt x="2539225" y="119888"/>
                  </a:lnTo>
                  <a:lnTo>
                    <a:pt x="2539225" y="215900"/>
                  </a:lnTo>
                  <a:lnTo>
                    <a:pt x="2539225" y="353466"/>
                  </a:lnTo>
                  <a:lnTo>
                    <a:pt x="25387" y="375107"/>
                  </a:lnTo>
                  <a:lnTo>
                    <a:pt x="25387" y="215900"/>
                  </a:lnTo>
                  <a:lnTo>
                    <a:pt x="25590" y="215900"/>
                  </a:lnTo>
                  <a:lnTo>
                    <a:pt x="25933" y="203200"/>
                  </a:lnTo>
                  <a:lnTo>
                    <a:pt x="26390" y="203200"/>
                  </a:lnTo>
                  <a:lnTo>
                    <a:pt x="26974" y="190500"/>
                  </a:lnTo>
                  <a:lnTo>
                    <a:pt x="26936" y="203200"/>
                  </a:lnTo>
                  <a:lnTo>
                    <a:pt x="27698" y="190500"/>
                  </a:lnTo>
                  <a:lnTo>
                    <a:pt x="29527" y="177800"/>
                  </a:lnTo>
                  <a:lnTo>
                    <a:pt x="31648" y="177800"/>
                  </a:lnTo>
                  <a:lnTo>
                    <a:pt x="34569" y="165100"/>
                  </a:lnTo>
                  <a:lnTo>
                    <a:pt x="34378" y="165100"/>
                  </a:lnTo>
                  <a:lnTo>
                    <a:pt x="37782" y="152400"/>
                  </a:lnTo>
                  <a:lnTo>
                    <a:pt x="37566" y="152400"/>
                  </a:lnTo>
                  <a:lnTo>
                    <a:pt x="41452" y="139700"/>
                  </a:lnTo>
                  <a:lnTo>
                    <a:pt x="45275" y="139700"/>
                  </a:lnTo>
                  <a:lnTo>
                    <a:pt x="50050" y="127000"/>
                  </a:lnTo>
                  <a:lnTo>
                    <a:pt x="49758" y="127000"/>
                  </a:lnTo>
                  <a:lnTo>
                    <a:pt x="54965" y="114300"/>
                  </a:lnTo>
                  <a:lnTo>
                    <a:pt x="59931" y="114300"/>
                  </a:lnTo>
                  <a:lnTo>
                    <a:pt x="65976" y="101600"/>
                  </a:lnTo>
                  <a:lnTo>
                    <a:pt x="65608" y="101600"/>
                  </a:lnTo>
                  <a:lnTo>
                    <a:pt x="72034" y="88900"/>
                  </a:lnTo>
                  <a:lnTo>
                    <a:pt x="78041" y="88900"/>
                  </a:lnTo>
                  <a:lnTo>
                    <a:pt x="85204" y="76200"/>
                  </a:lnTo>
                  <a:lnTo>
                    <a:pt x="91846" y="76200"/>
                  </a:lnTo>
                  <a:lnTo>
                    <a:pt x="99695" y="63500"/>
                  </a:lnTo>
                  <a:lnTo>
                    <a:pt x="106921" y="63500"/>
                  </a:lnTo>
                  <a:lnTo>
                    <a:pt x="115404" y="50800"/>
                  </a:lnTo>
                  <a:lnTo>
                    <a:pt x="123151" y="50800"/>
                  </a:lnTo>
                  <a:lnTo>
                    <a:pt x="132219" y="38100"/>
                  </a:lnTo>
                  <a:lnTo>
                    <a:pt x="149466" y="38100"/>
                  </a:lnTo>
                  <a:lnTo>
                    <a:pt x="159296" y="25400"/>
                  </a:lnTo>
                  <a:lnTo>
                    <a:pt x="218401" y="25400"/>
                  </a:lnTo>
                  <a:lnTo>
                    <a:pt x="223951" y="12700"/>
                  </a:lnTo>
                  <a:lnTo>
                    <a:pt x="2340660" y="12700"/>
                  </a:lnTo>
                  <a:lnTo>
                    <a:pt x="2346210" y="25400"/>
                  </a:lnTo>
                  <a:lnTo>
                    <a:pt x="2405316" y="25400"/>
                  </a:lnTo>
                  <a:lnTo>
                    <a:pt x="2415146" y="38100"/>
                  </a:lnTo>
                  <a:lnTo>
                    <a:pt x="2432393" y="38100"/>
                  </a:lnTo>
                  <a:lnTo>
                    <a:pt x="2441460" y="50800"/>
                  </a:lnTo>
                  <a:lnTo>
                    <a:pt x="2449207" y="50800"/>
                  </a:lnTo>
                  <a:lnTo>
                    <a:pt x="2457691" y="63500"/>
                  </a:lnTo>
                  <a:lnTo>
                    <a:pt x="2464917" y="63500"/>
                  </a:lnTo>
                  <a:lnTo>
                    <a:pt x="2472766" y="76200"/>
                  </a:lnTo>
                  <a:lnTo>
                    <a:pt x="2479408" y="76200"/>
                  </a:lnTo>
                  <a:lnTo>
                    <a:pt x="2486571" y="88900"/>
                  </a:lnTo>
                  <a:lnTo>
                    <a:pt x="2492578" y="88900"/>
                  </a:lnTo>
                  <a:lnTo>
                    <a:pt x="2499004" y="101600"/>
                  </a:lnTo>
                  <a:lnTo>
                    <a:pt x="2498636" y="101600"/>
                  </a:lnTo>
                  <a:lnTo>
                    <a:pt x="2504681" y="114300"/>
                  </a:lnTo>
                  <a:lnTo>
                    <a:pt x="2509647" y="114300"/>
                  </a:lnTo>
                  <a:lnTo>
                    <a:pt x="2514854" y="127000"/>
                  </a:lnTo>
                  <a:lnTo>
                    <a:pt x="2514562" y="127000"/>
                  </a:lnTo>
                  <a:lnTo>
                    <a:pt x="2519337" y="139700"/>
                  </a:lnTo>
                  <a:lnTo>
                    <a:pt x="2523159" y="139700"/>
                  </a:lnTo>
                  <a:lnTo>
                    <a:pt x="2527046" y="152400"/>
                  </a:lnTo>
                  <a:lnTo>
                    <a:pt x="2526830" y="152400"/>
                  </a:lnTo>
                  <a:lnTo>
                    <a:pt x="2530233" y="165100"/>
                  </a:lnTo>
                  <a:lnTo>
                    <a:pt x="2530043" y="165100"/>
                  </a:lnTo>
                  <a:lnTo>
                    <a:pt x="2532964" y="177800"/>
                  </a:lnTo>
                  <a:lnTo>
                    <a:pt x="2535085" y="177800"/>
                  </a:lnTo>
                  <a:lnTo>
                    <a:pt x="2536990" y="190500"/>
                  </a:lnTo>
                  <a:lnTo>
                    <a:pt x="2537676" y="203200"/>
                  </a:lnTo>
                  <a:lnTo>
                    <a:pt x="2537637" y="190500"/>
                  </a:lnTo>
                  <a:lnTo>
                    <a:pt x="2538247" y="203200"/>
                  </a:lnTo>
                  <a:lnTo>
                    <a:pt x="2538704" y="203200"/>
                  </a:lnTo>
                  <a:lnTo>
                    <a:pt x="2539034" y="215900"/>
                  </a:lnTo>
                  <a:lnTo>
                    <a:pt x="2539225" y="215900"/>
                  </a:lnTo>
                  <a:lnTo>
                    <a:pt x="2539225" y="119888"/>
                  </a:lnTo>
                  <a:lnTo>
                    <a:pt x="2536875" y="114300"/>
                  </a:lnTo>
                  <a:lnTo>
                    <a:pt x="2531668" y="101600"/>
                  </a:lnTo>
                  <a:lnTo>
                    <a:pt x="2531351" y="101600"/>
                  </a:lnTo>
                  <a:lnTo>
                    <a:pt x="2525712" y="88900"/>
                  </a:lnTo>
                  <a:lnTo>
                    <a:pt x="2518981" y="88900"/>
                  </a:lnTo>
                  <a:lnTo>
                    <a:pt x="2512555" y="76200"/>
                  </a:lnTo>
                  <a:lnTo>
                    <a:pt x="2505367" y="63500"/>
                  </a:lnTo>
                  <a:lnTo>
                    <a:pt x="2497366" y="63500"/>
                  </a:lnTo>
                  <a:lnTo>
                    <a:pt x="2489847" y="50800"/>
                  </a:lnTo>
                  <a:lnTo>
                    <a:pt x="2481072" y="50800"/>
                  </a:lnTo>
                  <a:lnTo>
                    <a:pt x="2472906" y="38100"/>
                  </a:lnTo>
                  <a:lnTo>
                    <a:pt x="2463927" y="38100"/>
                  </a:lnTo>
                  <a:lnTo>
                    <a:pt x="2454643" y="25400"/>
                  </a:lnTo>
                  <a:lnTo>
                    <a:pt x="2445054" y="25400"/>
                  </a:lnTo>
                  <a:lnTo>
                    <a:pt x="2434628" y="12700"/>
                  </a:lnTo>
                  <a:lnTo>
                    <a:pt x="2414638" y="12700"/>
                  </a:lnTo>
                  <a:lnTo>
                    <a:pt x="2403995" y="0"/>
                  </a:lnTo>
                  <a:lnTo>
                    <a:pt x="160616" y="0"/>
                  </a:lnTo>
                  <a:lnTo>
                    <a:pt x="149974" y="12700"/>
                  </a:lnTo>
                  <a:lnTo>
                    <a:pt x="129984" y="12700"/>
                  </a:lnTo>
                  <a:lnTo>
                    <a:pt x="119557" y="25400"/>
                  </a:lnTo>
                  <a:lnTo>
                    <a:pt x="109956" y="25400"/>
                  </a:lnTo>
                  <a:lnTo>
                    <a:pt x="100685" y="38100"/>
                  </a:lnTo>
                  <a:lnTo>
                    <a:pt x="91706" y="38100"/>
                  </a:lnTo>
                  <a:lnTo>
                    <a:pt x="83540" y="50800"/>
                  </a:lnTo>
                  <a:lnTo>
                    <a:pt x="75209" y="50800"/>
                  </a:lnTo>
                  <a:lnTo>
                    <a:pt x="67246" y="63500"/>
                  </a:lnTo>
                  <a:lnTo>
                    <a:pt x="59245" y="63500"/>
                  </a:lnTo>
                  <a:lnTo>
                    <a:pt x="52057" y="76200"/>
                  </a:lnTo>
                  <a:lnTo>
                    <a:pt x="45631" y="88900"/>
                  </a:lnTo>
                  <a:lnTo>
                    <a:pt x="39230" y="88900"/>
                  </a:lnTo>
                  <a:lnTo>
                    <a:pt x="33261" y="101600"/>
                  </a:lnTo>
                  <a:lnTo>
                    <a:pt x="32943" y="101600"/>
                  </a:lnTo>
                  <a:lnTo>
                    <a:pt x="27736" y="114300"/>
                  </a:lnTo>
                  <a:lnTo>
                    <a:pt x="22390" y="127000"/>
                  </a:lnTo>
                  <a:lnTo>
                    <a:pt x="18059" y="127000"/>
                  </a:lnTo>
                  <a:lnTo>
                    <a:pt x="17818" y="139700"/>
                  </a:lnTo>
                  <a:lnTo>
                    <a:pt x="13944" y="139700"/>
                  </a:lnTo>
                  <a:lnTo>
                    <a:pt x="10325" y="152400"/>
                  </a:lnTo>
                  <a:lnTo>
                    <a:pt x="10134" y="152400"/>
                  </a:lnTo>
                  <a:lnTo>
                    <a:pt x="7061" y="165100"/>
                  </a:lnTo>
                  <a:lnTo>
                    <a:pt x="4648" y="177800"/>
                  </a:lnTo>
                  <a:lnTo>
                    <a:pt x="2540" y="190500"/>
                  </a:lnTo>
                  <a:lnTo>
                    <a:pt x="1739" y="190500"/>
                  </a:lnTo>
                  <a:lnTo>
                    <a:pt x="1092" y="203200"/>
                  </a:lnTo>
                  <a:lnTo>
                    <a:pt x="584" y="203200"/>
                  </a:lnTo>
                  <a:lnTo>
                    <a:pt x="215" y="215900"/>
                  </a:lnTo>
                  <a:lnTo>
                    <a:pt x="0" y="215900"/>
                  </a:lnTo>
                  <a:lnTo>
                    <a:pt x="0" y="1092200"/>
                  </a:lnTo>
                  <a:lnTo>
                    <a:pt x="228" y="1104900"/>
                  </a:lnTo>
                  <a:lnTo>
                    <a:pt x="609" y="1104900"/>
                  </a:lnTo>
                  <a:lnTo>
                    <a:pt x="1117" y="1117600"/>
                  </a:lnTo>
                  <a:lnTo>
                    <a:pt x="2616" y="1117600"/>
                  </a:lnTo>
                  <a:lnTo>
                    <a:pt x="4508" y="1130287"/>
                  </a:lnTo>
                  <a:lnTo>
                    <a:pt x="7061" y="1143000"/>
                  </a:lnTo>
                  <a:lnTo>
                    <a:pt x="10134" y="1155700"/>
                  </a:lnTo>
                  <a:lnTo>
                    <a:pt x="10325" y="1155700"/>
                  </a:lnTo>
                  <a:lnTo>
                    <a:pt x="13944" y="1168400"/>
                  </a:lnTo>
                  <a:lnTo>
                    <a:pt x="17818" y="1181100"/>
                  </a:lnTo>
                  <a:lnTo>
                    <a:pt x="18059" y="1181100"/>
                  </a:lnTo>
                  <a:lnTo>
                    <a:pt x="22390" y="1193800"/>
                  </a:lnTo>
                  <a:lnTo>
                    <a:pt x="27736" y="1193800"/>
                  </a:lnTo>
                  <a:lnTo>
                    <a:pt x="32943" y="1206500"/>
                  </a:lnTo>
                  <a:lnTo>
                    <a:pt x="33261" y="1206500"/>
                  </a:lnTo>
                  <a:lnTo>
                    <a:pt x="39230" y="1219200"/>
                  </a:lnTo>
                  <a:lnTo>
                    <a:pt x="45631" y="1231900"/>
                  </a:lnTo>
                  <a:lnTo>
                    <a:pt x="52057" y="1231900"/>
                  </a:lnTo>
                  <a:lnTo>
                    <a:pt x="59651" y="1244600"/>
                  </a:lnTo>
                  <a:lnTo>
                    <a:pt x="67246" y="1244600"/>
                  </a:lnTo>
                  <a:lnTo>
                    <a:pt x="75209" y="1257300"/>
                  </a:lnTo>
                  <a:lnTo>
                    <a:pt x="83540" y="1270000"/>
                  </a:lnTo>
                  <a:lnTo>
                    <a:pt x="91706" y="1270000"/>
                  </a:lnTo>
                  <a:lnTo>
                    <a:pt x="100685" y="1282700"/>
                  </a:lnTo>
                  <a:lnTo>
                    <a:pt x="110477" y="1282700"/>
                  </a:lnTo>
                  <a:lnTo>
                    <a:pt x="119557" y="1295400"/>
                  </a:lnTo>
                  <a:lnTo>
                    <a:pt x="140144" y="1295400"/>
                  </a:lnTo>
                  <a:lnTo>
                    <a:pt x="149974" y="1308100"/>
                  </a:lnTo>
                  <a:lnTo>
                    <a:pt x="183197" y="1308100"/>
                  </a:lnTo>
                  <a:lnTo>
                    <a:pt x="194335" y="1320800"/>
                  </a:lnTo>
                  <a:lnTo>
                    <a:pt x="2370747" y="1320800"/>
                  </a:lnTo>
                  <a:lnTo>
                    <a:pt x="2381415" y="1308100"/>
                  </a:lnTo>
                  <a:lnTo>
                    <a:pt x="2414638" y="1308100"/>
                  </a:lnTo>
                  <a:lnTo>
                    <a:pt x="2424468" y="1295400"/>
                  </a:lnTo>
                  <a:lnTo>
                    <a:pt x="2445054" y="1295400"/>
                  </a:lnTo>
                  <a:lnTo>
                    <a:pt x="2454122" y="1282700"/>
                  </a:lnTo>
                  <a:lnTo>
                    <a:pt x="2463927" y="1282700"/>
                  </a:lnTo>
                  <a:lnTo>
                    <a:pt x="2472906" y="1270000"/>
                  </a:lnTo>
                  <a:lnTo>
                    <a:pt x="2481072" y="1270000"/>
                  </a:lnTo>
                  <a:lnTo>
                    <a:pt x="2489847" y="1257300"/>
                  </a:lnTo>
                  <a:lnTo>
                    <a:pt x="2497366" y="1244600"/>
                  </a:lnTo>
                  <a:lnTo>
                    <a:pt x="2504960" y="1244600"/>
                  </a:lnTo>
                  <a:lnTo>
                    <a:pt x="2512555" y="1231900"/>
                  </a:lnTo>
                  <a:lnTo>
                    <a:pt x="2518981" y="1231900"/>
                  </a:lnTo>
                  <a:lnTo>
                    <a:pt x="2525369" y="1219200"/>
                  </a:lnTo>
                  <a:lnTo>
                    <a:pt x="2525712" y="1219200"/>
                  </a:lnTo>
                  <a:lnTo>
                    <a:pt x="2531351" y="1206500"/>
                  </a:lnTo>
                  <a:lnTo>
                    <a:pt x="2531668" y="1206500"/>
                  </a:lnTo>
                  <a:lnTo>
                    <a:pt x="2536875" y="1193800"/>
                  </a:lnTo>
                  <a:lnTo>
                    <a:pt x="2542222" y="1193800"/>
                  </a:lnTo>
                  <a:lnTo>
                    <a:pt x="2546553" y="1181100"/>
                  </a:lnTo>
                  <a:lnTo>
                    <a:pt x="2546794" y="1181100"/>
                  </a:lnTo>
                  <a:lnTo>
                    <a:pt x="2550668" y="1168400"/>
                  </a:lnTo>
                  <a:lnTo>
                    <a:pt x="2554287" y="1155700"/>
                  </a:lnTo>
                  <a:lnTo>
                    <a:pt x="2554478" y="1155700"/>
                  </a:lnTo>
                  <a:lnTo>
                    <a:pt x="2557551" y="1143000"/>
                  </a:lnTo>
                  <a:lnTo>
                    <a:pt x="2559431" y="1133068"/>
                  </a:lnTo>
                  <a:lnTo>
                    <a:pt x="2560091" y="1130287"/>
                  </a:lnTo>
                  <a:lnTo>
                    <a:pt x="2562072" y="1117600"/>
                  </a:lnTo>
                  <a:lnTo>
                    <a:pt x="2563520" y="1117600"/>
                  </a:lnTo>
                  <a:lnTo>
                    <a:pt x="2564028" y="1104900"/>
                  </a:lnTo>
                  <a:lnTo>
                    <a:pt x="2564396" y="1104900"/>
                  </a:lnTo>
                  <a:lnTo>
                    <a:pt x="2564612" y="1092200"/>
                  </a:lnTo>
                  <a:lnTo>
                    <a:pt x="2564612" y="391350"/>
                  </a:lnTo>
                  <a:lnTo>
                    <a:pt x="2595334" y="3910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06070" y="1902460"/>
            <a:ext cx="1985645" cy="129540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54000">
              <a:lnSpc>
                <a:spcPct val="100000"/>
              </a:lnSpc>
              <a:spcBef>
                <a:spcPts val="780"/>
              </a:spcBef>
            </a:pPr>
            <a:r>
              <a:rPr sz="1800" b="1" spc="-95" dirty="0">
                <a:latin typeface="Calibri"/>
                <a:cs typeface="Calibri"/>
              </a:rPr>
              <a:t>DATA</a:t>
            </a:r>
            <a:r>
              <a:rPr sz="1800" b="1" spc="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COLLECTION</a:t>
            </a:r>
            <a:endParaRPr sz="1800">
              <a:latin typeface="Calibri"/>
              <a:cs typeface="Calibri"/>
            </a:endParaRPr>
          </a:p>
          <a:p>
            <a:pPr marL="12700" marR="679450">
              <a:lnSpc>
                <a:spcPct val="100000"/>
              </a:lnSpc>
              <a:spcBef>
                <a:spcPts val="680"/>
              </a:spcBef>
            </a:pPr>
            <a:r>
              <a:rPr sz="1800" spc="-10" dirty="0">
                <a:latin typeface="Calibri"/>
                <a:cs typeface="Calibri"/>
              </a:rPr>
              <a:t>Input:Student Performance Dataset(CSV</a:t>
            </a:r>
            <a:r>
              <a:rPr sz="1600" spc="-10" dirty="0">
                <a:latin typeface="Calibri"/>
                <a:cs typeface="Calibri"/>
              </a:rPr>
              <a:t>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35071" y="1903818"/>
            <a:ext cx="2506980" cy="1473200"/>
          </a:xfrm>
          <a:custGeom>
            <a:avLst/>
            <a:gdLst/>
            <a:ahLst/>
            <a:cxnLst/>
            <a:rect l="l" t="t" r="r" b="b"/>
            <a:pathLst>
              <a:path w="2506979" h="1473200">
                <a:moveTo>
                  <a:pt x="2339873" y="12699"/>
                </a:moveTo>
                <a:lnTo>
                  <a:pt x="166954" y="12699"/>
                </a:lnTo>
                <a:lnTo>
                  <a:pt x="178168" y="0"/>
                </a:lnTo>
                <a:lnTo>
                  <a:pt x="2328659" y="0"/>
                </a:lnTo>
                <a:lnTo>
                  <a:pt x="2339873" y="12699"/>
                </a:lnTo>
                <a:close/>
              </a:path>
              <a:path w="2506979" h="1473200">
                <a:moveTo>
                  <a:pt x="242087" y="25399"/>
                </a:moveTo>
                <a:lnTo>
                  <a:pt x="132626" y="25399"/>
                </a:lnTo>
                <a:lnTo>
                  <a:pt x="143586" y="12699"/>
                </a:lnTo>
                <a:lnTo>
                  <a:pt x="248285" y="12699"/>
                </a:lnTo>
                <a:lnTo>
                  <a:pt x="242087" y="25399"/>
                </a:lnTo>
                <a:close/>
              </a:path>
              <a:path w="2506979" h="1473200">
                <a:moveTo>
                  <a:pt x="2374201" y="25399"/>
                </a:moveTo>
                <a:lnTo>
                  <a:pt x="2264740" y="25399"/>
                </a:lnTo>
                <a:lnTo>
                  <a:pt x="2258542" y="12699"/>
                </a:lnTo>
                <a:lnTo>
                  <a:pt x="2362695" y="12699"/>
                </a:lnTo>
                <a:lnTo>
                  <a:pt x="2374201" y="25399"/>
                </a:lnTo>
                <a:close/>
              </a:path>
              <a:path w="2506979" h="1473200">
                <a:moveTo>
                  <a:pt x="175094" y="38099"/>
                </a:moveTo>
                <a:lnTo>
                  <a:pt x="112204" y="38099"/>
                </a:lnTo>
                <a:lnTo>
                  <a:pt x="121996" y="25399"/>
                </a:lnTo>
                <a:lnTo>
                  <a:pt x="186309" y="25399"/>
                </a:lnTo>
                <a:lnTo>
                  <a:pt x="175094" y="38099"/>
                </a:lnTo>
                <a:close/>
              </a:path>
              <a:path w="2506979" h="1473200">
                <a:moveTo>
                  <a:pt x="2394623" y="38099"/>
                </a:moveTo>
                <a:lnTo>
                  <a:pt x="2331732" y="38099"/>
                </a:lnTo>
                <a:lnTo>
                  <a:pt x="2320518" y="25399"/>
                </a:lnTo>
                <a:lnTo>
                  <a:pt x="2384831" y="25399"/>
                </a:lnTo>
                <a:lnTo>
                  <a:pt x="2394623" y="38099"/>
                </a:lnTo>
                <a:close/>
              </a:path>
              <a:path w="2506979" h="1473200">
                <a:moveTo>
                  <a:pt x="125907" y="63499"/>
                </a:moveTo>
                <a:lnTo>
                  <a:pt x="83400" y="63499"/>
                </a:lnTo>
                <a:lnTo>
                  <a:pt x="92621" y="50799"/>
                </a:lnTo>
                <a:lnTo>
                  <a:pt x="101739" y="38099"/>
                </a:lnTo>
                <a:lnTo>
                  <a:pt x="155155" y="38099"/>
                </a:lnTo>
                <a:lnTo>
                  <a:pt x="144754" y="50799"/>
                </a:lnTo>
                <a:lnTo>
                  <a:pt x="135712" y="50799"/>
                </a:lnTo>
                <a:lnTo>
                  <a:pt x="125907" y="63499"/>
                </a:lnTo>
                <a:close/>
              </a:path>
              <a:path w="2506979" h="1473200">
                <a:moveTo>
                  <a:pt x="2423426" y="63499"/>
                </a:moveTo>
                <a:lnTo>
                  <a:pt x="2380919" y="63499"/>
                </a:lnTo>
                <a:lnTo>
                  <a:pt x="2371115" y="50799"/>
                </a:lnTo>
                <a:lnTo>
                  <a:pt x="2362073" y="50799"/>
                </a:lnTo>
                <a:lnTo>
                  <a:pt x="2351671" y="38099"/>
                </a:lnTo>
                <a:lnTo>
                  <a:pt x="2405087" y="38099"/>
                </a:lnTo>
                <a:lnTo>
                  <a:pt x="2414206" y="50799"/>
                </a:lnTo>
                <a:lnTo>
                  <a:pt x="2423426" y="63499"/>
                </a:lnTo>
                <a:close/>
              </a:path>
              <a:path w="2506979" h="1473200">
                <a:moveTo>
                  <a:pt x="77343" y="101599"/>
                </a:moveTo>
                <a:lnTo>
                  <a:pt x="50596" y="101599"/>
                </a:lnTo>
                <a:lnTo>
                  <a:pt x="57759" y="88899"/>
                </a:lnTo>
                <a:lnTo>
                  <a:pt x="65735" y="76199"/>
                </a:lnTo>
                <a:lnTo>
                  <a:pt x="74142" y="63499"/>
                </a:lnTo>
                <a:lnTo>
                  <a:pt x="117436" y="63499"/>
                </a:lnTo>
                <a:lnTo>
                  <a:pt x="108318" y="76199"/>
                </a:lnTo>
                <a:lnTo>
                  <a:pt x="100482" y="76199"/>
                </a:lnTo>
                <a:lnTo>
                  <a:pt x="92087" y="88899"/>
                </a:lnTo>
                <a:lnTo>
                  <a:pt x="84937" y="88899"/>
                </a:lnTo>
                <a:lnTo>
                  <a:pt x="77343" y="101599"/>
                </a:lnTo>
                <a:close/>
              </a:path>
              <a:path w="2506979" h="1473200">
                <a:moveTo>
                  <a:pt x="2456230" y="101599"/>
                </a:moveTo>
                <a:lnTo>
                  <a:pt x="2429484" y="101599"/>
                </a:lnTo>
                <a:lnTo>
                  <a:pt x="2421890" y="88899"/>
                </a:lnTo>
                <a:lnTo>
                  <a:pt x="2414739" y="88899"/>
                </a:lnTo>
                <a:lnTo>
                  <a:pt x="2406345" y="76199"/>
                </a:lnTo>
                <a:lnTo>
                  <a:pt x="2398509" y="76199"/>
                </a:lnTo>
                <a:lnTo>
                  <a:pt x="2389390" y="63499"/>
                </a:lnTo>
                <a:lnTo>
                  <a:pt x="2432685" y="63499"/>
                </a:lnTo>
                <a:lnTo>
                  <a:pt x="2441092" y="76199"/>
                </a:lnTo>
                <a:lnTo>
                  <a:pt x="2449068" y="88899"/>
                </a:lnTo>
                <a:lnTo>
                  <a:pt x="2456230" y="101599"/>
                </a:lnTo>
                <a:close/>
              </a:path>
              <a:path w="2506979" h="1473200">
                <a:moveTo>
                  <a:pt x="70573" y="114299"/>
                </a:moveTo>
                <a:lnTo>
                  <a:pt x="36880" y="114299"/>
                </a:lnTo>
                <a:lnTo>
                  <a:pt x="43154" y="101599"/>
                </a:lnTo>
                <a:lnTo>
                  <a:pt x="77736" y="101599"/>
                </a:lnTo>
                <a:lnTo>
                  <a:pt x="70573" y="114299"/>
                </a:lnTo>
                <a:close/>
              </a:path>
              <a:path w="2506979" h="1473200">
                <a:moveTo>
                  <a:pt x="2469946" y="114299"/>
                </a:moveTo>
                <a:lnTo>
                  <a:pt x="2436253" y="114299"/>
                </a:lnTo>
                <a:lnTo>
                  <a:pt x="2429090" y="101599"/>
                </a:lnTo>
                <a:lnTo>
                  <a:pt x="2463673" y="101599"/>
                </a:lnTo>
                <a:lnTo>
                  <a:pt x="2469946" y="114299"/>
                </a:lnTo>
                <a:close/>
              </a:path>
              <a:path w="2506979" h="1473200">
                <a:moveTo>
                  <a:pt x="35509" y="177799"/>
                </a:moveTo>
                <a:lnTo>
                  <a:pt x="11442" y="177799"/>
                </a:lnTo>
                <a:lnTo>
                  <a:pt x="15240" y="165099"/>
                </a:lnTo>
                <a:lnTo>
                  <a:pt x="19773" y="152399"/>
                </a:lnTo>
                <a:lnTo>
                  <a:pt x="24853" y="139699"/>
                </a:lnTo>
                <a:lnTo>
                  <a:pt x="30746" y="126999"/>
                </a:lnTo>
                <a:lnTo>
                  <a:pt x="36563" y="114299"/>
                </a:lnTo>
                <a:lnTo>
                  <a:pt x="64541" y="114299"/>
                </a:lnTo>
                <a:lnTo>
                  <a:pt x="58267" y="126999"/>
                </a:lnTo>
                <a:lnTo>
                  <a:pt x="58585" y="126999"/>
                </a:lnTo>
                <a:lnTo>
                  <a:pt x="52768" y="139699"/>
                </a:lnTo>
                <a:lnTo>
                  <a:pt x="53060" y="139699"/>
                </a:lnTo>
                <a:lnTo>
                  <a:pt x="47726" y="152399"/>
                </a:lnTo>
                <a:lnTo>
                  <a:pt x="43408" y="152399"/>
                </a:lnTo>
                <a:lnTo>
                  <a:pt x="39090" y="165099"/>
                </a:lnTo>
                <a:lnTo>
                  <a:pt x="39306" y="165099"/>
                </a:lnTo>
                <a:lnTo>
                  <a:pt x="35509" y="177799"/>
                </a:lnTo>
                <a:close/>
              </a:path>
              <a:path w="2506979" h="1473200">
                <a:moveTo>
                  <a:pt x="2495384" y="177799"/>
                </a:moveTo>
                <a:lnTo>
                  <a:pt x="2471318" y="177799"/>
                </a:lnTo>
                <a:lnTo>
                  <a:pt x="2467521" y="165099"/>
                </a:lnTo>
                <a:lnTo>
                  <a:pt x="2467737" y="165099"/>
                </a:lnTo>
                <a:lnTo>
                  <a:pt x="2463419" y="152399"/>
                </a:lnTo>
                <a:lnTo>
                  <a:pt x="2459101" y="152399"/>
                </a:lnTo>
                <a:lnTo>
                  <a:pt x="2453766" y="139699"/>
                </a:lnTo>
                <a:lnTo>
                  <a:pt x="2454059" y="139699"/>
                </a:lnTo>
                <a:lnTo>
                  <a:pt x="2448242" y="126999"/>
                </a:lnTo>
                <a:lnTo>
                  <a:pt x="2448560" y="126999"/>
                </a:lnTo>
                <a:lnTo>
                  <a:pt x="2442286" y="114299"/>
                </a:lnTo>
                <a:lnTo>
                  <a:pt x="2470264" y="114299"/>
                </a:lnTo>
                <a:lnTo>
                  <a:pt x="2476080" y="126999"/>
                </a:lnTo>
                <a:lnTo>
                  <a:pt x="2481973" y="139699"/>
                </a:lnTo>
                <a:lnTo>
                  <a:pt x="2487053" y="152399"/>
                </a:lnTo>
                <a:lnTo>
                  <a:pt x="2491587" y="165099"/>
                </a:lnTo>
                <a:lnTo>
                  <a:pt x="2495384" y="177799"/>
                </a:lnTo>
                <a:close/>
              </a:path>
              <a:path w="2506979" h="1473200">
                <a:moveTo>
                  <a:pt x="43167" y="165099"/>
                </a:moveTo>
                <a:lnTo>
                  <a:pt x="43408" y="152399"/>
                </a:lnTo>
                <a:lnTo>
                  <a:pt x="48006" y="152399"/>
                </a:lnTo>
                <a:lnTo>
                  <a:pt x="43167" y="165099"/>
                </a:lnTo>
                <a:close/>
              </a:path>
              <a:path w="2506979" h="1473200">
                <a:moveTo>
                  <a:pt x="2463660" y="165099"/>
                </a:moveTo>
                <a:lnTo>
                  <a:pt x="2458821" y="152399"/>
                </a:lnTo>
                <a:lnTo>
                  <a:pt x="2463419" y="152399"/>
                </a:lnTo>
                <a:lnTo>
                  <a:pt x="2463660" y="165099"/>
                </a:lnTo>
                <a:close/>
              </a:path>
              <a:path w="2506979" h="1473200">
                <a:moveTo>
                  <a:pt x="34036" y="190499"/>
                </a:moveTo>
                <a:lnTo>
                  <a:pt x="7886" y="190499"/>
                </a:lnTo>
                <a:lnTo>
                  <a:pt x="9525" y="177799"/>
                </a:lnTo>
                <a:lnTo>
                  <a:pt x="35648" y="177799"/>
                </a:lnTo>
                <a:lnTo>
                  <a:pt x="34036" y="190499"/>
                </a:lnTo>
                <a:close/>
              </a:path>
              <a:path w="2506979" h="1473200">
                <a:moveTo>
                  <a:pt x="2500363" y="190499"/>
                </a:moveTo>
                <a:lnTo>
                  <a:pt x="2472867" y="190499"/>
                </a:lnTo>
                <a:lnTo>
                  <a:pt x="2471178" y="177799"/>
                </a:lnTo>
                <a:lnTo>
                  <a:pt x="2498864" y="177799"/>
                </a:lnTo>
                <a:lnTo>
                  <a:pt x="2500363" y="190499"/>
                </a:lnTo>
                <a:close/>
              </a:path>
              <a:path w="2506979" h="1473200">
                <a:moveTo>
                  <a:pt x="29997" y="203199"/>
                </a:moveTo>
                <a:lnTo>
                  <a:pt x="3860" y="203199"/>
                </a:lnTo>
                <a:lnTo>
                  <a:pt x="5054" y="190499"/>
                </a:lnTo>
                <a:lnTo>
                  <a:pt x="31216" y="190499"/>
                </a:lnTo>
                <a:lnTo>
                  <a:pt x="29997" y="203199"/>
                </a:lnTo>
                <a:close/>
              </a:path>
              <a:path w="2506979" h="1473200">
                <a:moveTo>
                  <a:pt x="2502903" y="203199"/>
                </a:moveTo>
                <a:lnTo>
                  <a:pt x="2476893" y="203199"/>
                </a:lnTo>
                <a:lnTo>
                  <a:pt x="2475687" y="190499"/>
                </a:lnTo>
                <a:lnTo>
                  <a:pt x="2501709" y="190499"/>
                </a:lnTo>
                <a:lnTo>
                  <a:pt x="2502903" y="203199"/>
                </a:lnTo>
                <a:close/>
              </a:path>
              <a:path w="2506979" h="1473200">
                <a:moveTo>
                  <a:pt x="27978" y="215899"/>
                </a:moveTo>
                <a:lnTo>
                  <a:pt x="1943" y="215899"/>
                </a:lnTo>
                <a:lnTo>
                  <a:pt x="2870" y="203199"/>
                </a:lnTo>
                <a:lnTo>
                  <a:pt x="28917" y="203199"/>
                </a:lnTo>
                <a:lnTo>
                  <a:pt x="27978" y="215899"/>
                </a:lnTo>
                <a:close/>
              </a:path>
              <a:path w="2506979" h="1473200">
                <a:moveTo>
                  <a:pt x="2504846" y="215899"/>
                </a:moveTo>
                <a:lnTo>
                  <a:pt x="2478887" y="215899"/>
                </a:lnTo>
                <a:lnTo>
                  <a:pt x="2477960" y="203199"/>
                </a:lnTo>
                <a:lnTo>
                  <a:pt x="2503957" y="203199"/>
                </a:lnTo>
                <a:lnTo>
                  <a:pt x="2504846" y="215899"/>
                </a:lnTo>
                <a:close/>
              </a:path>
              <a:path w="2506979" h="1473200">
                <a:moveTo>
                  <a:pt x="26517" y="228599"/>
                </a:moveTo>
                <a:lnTo>
                  <a:pt x="647" y="228599"/>
                </a:lnTo>
                <a:lnTo>
                  <a:pt x="1219" y="215899"/>
                </a:lnTo>
                <a:lnTo>
                  <a:pt x="27178" y="215899"/>
                </a:lnTo>
                <a:lnTo>
                  <a:pt x="26517" y="228599"/>
                </a:lnTo>
                <a:close/>
              </a:path>
              <a:path w="2506979" h="1473200">
                <a:moveTo>
                  <a:pt x="2506154" y="228599"/>
                </a:moveTo>
                <a:lnTo>
                  <a:pt x="2480335" y="228599"/>
                </a:lnTo>
                <a:lnTo>
                  <a:pt x="2479687" y="215899"/>
                </a:lnTo>
                <a:lnTo>
                  <a:pt x="2505570" y="215899"/>
                </a:lnTo>
                <a:lnTo>
                  <a:pt x="2506154" y="228599"/>
                </a:lnTo>
                <a:close/>
              </a:path>
              <a:path w="2506979" h="1473200">
                <a:moveTo>
                  <a:pt x="25984" y="1231899"/>
                </a:moveTo>
                <a:lnTo>
                  <a:pt x="241" y="1231899"/>
                </a:lnTo>
                <a:lnTo>
                  <a:pt x="12" y="1219199"/>
                </a:lnTo>
                <a:lnTo>
                  <a:pt x="0" y="241299"/>
                </a:lnTo>
                <a:lnTo>
                  <a:pt x="241" y="228599"/>
                </a:lnTo>
                <a:lnTo>
                  <a:pt x="25996" y="228599"/>
                </a:lnTo>
                <a:lnTo>
                  <a:pt x="25628" y="241299"/>
                </a:lnTo>
                <a:lnTo>
                  <a:pt x="25400" y="241299"/>
                </a:lnTo>
                <a:lnTo>
                  <a:pt x="25387" y="1219199"/>
                </a:lnTo>
                <a:lnTo>
                  <a:pt x="25615" y="1219199"/>
                </a:lnTo>
                <a:lnTo>
                  <a:pt x="25984" y="1231899"/>
                </a:lnTo>
                <a:close/>
              </a:path>
              <a:path w="2506979" h="1473200">
                <a:moveTo>
                  <a:pt x="2506586" y="1231899"/>
                </a:moveTo>
                <a:lnTo>
                  <a:pt x="2480830" y="1231899"/>
                </a:lnTo>
                <a:lnTo>
                  <a:pt x="2481199" y="1219199"/>
                </a:lnTo>
                <a:lnTo>
                  <a:pt x="2481503" y="1219199"/>
                </a:lnTo>
                <a:lnTo>
                  <a:pt x="2481440" y="241299"/>
                </a:lnTo>
                <a:lnTo>
                  <a:pt x="2481211" y="241299"/>
                </a:lnTo>
                <a:lnTo>
                  <a:pt x="2480843" y="228599"/>
                </a:lnTo>
                <a:lnTo>
                  <a:pt x="2506586" y="228599"/>
                </a:lnTo>
                <a:lnTo>
                  <a:pt x="2506814" y="241299"/>
                </a:lnTo>
                <a:lnTo>
                  <a:pt x="2506814" y="1219199"/>
                </a:lnTo>
                <a:lnTo>
                  <a:pt x="2506586" y="1231899"/>
                </a:lnTo>
                <a:close/>
              </a:path>
              <a:path w="2506979" h="1473200">
                <a:moveTo>
                  <a:pt x="27139" y="1244599"/>
                </a:moveTo>
                <a:lnTo>
                  <a:pt x="1257" y="1244599"/>
                </a:lnTo>
                <a:lnTo>
                  <a:pt x="673" y="1231899"/>
                </a:lnTo>
                <a:lnTo>
                  <a:pt x="26492" y="1231899"/>
                </a:lnTo>
                <a:lnTo>
                  <a:pt x="27139" y="1244599"/>
                </a:lnTo>
                <a:close/>
              </a:path>
              <a:path w="2506979" h="1473200">
                <a:moveTo>
                  <a:pt x="2505608" y="1244599"/>
                </a:moveTo>
                <a:lnTo>
                  <a:pt x="2479649" y="1244599"/>
                </a:lnTo>
                <a:lnTo>
                  <a:pt x="2480310" y="1231899"/>
                </a:lnTo>
                <a:lnTo>
                  <a:pt x="2506179" y="1231899"/>
                </a:lnTo>
                <a:lnTo>
                  <a:pt x="2505608" y="1244599"/>
                </a:lnTo>
                <a:close/>
              </a:path>
              <a:path w="2506979" h="1473200">
                <a:moveTo>
                  <a:pt x="28867" y="1257299"/>
                </a:moveTo>
                <a:lnTo>
                  <a:pt x="2870" y="1257299"/>
                </a:lnTo>
                <a:lnTo>
                  <a:pt x="1981" y="1244599"/>
                </a:lnTo>
                <a:lnTo>
                  <a:pt x="27940" y="1244599"/>
                </a:lnTo>
                <a:lnTo>
                  <a:pt x="28867" y="1257299"/>
                </a:lnTo>
                <a:close/>
              </a:path>
              <a:path w="2506979" h="1473200">
                <a:moveTo>
                  <a:pt x="2503957" y="1257299"/>
                </a:moveTo>
                <a:lnTo>
                  <a:pt x="2477909" y="1257299"/>
                </a:lnTo>
                <a:lnTo>
                  <a:pt x="2478849" y="1244599"/>
                </a:lnTo>
                <a:lnTo>
                  <a:pt x="2504884" y="1244599"/>
                </a:lnTo>
                <a:lnTo>
                  <a:pt x="2503957" y="1257299"/>
                </a:lnTo>
                <a:close/>
              </a:path>
              <a:path w="2506979" h="1473200">
                <a:moveTo>
                  <a:pt x="31140" y="1269999"/>
                </a:moveTo>
                <a:lnTo>
                  <a:pt x="5118" y="1269999"/>
                </a:lnTo>
                <a:lnTo>
                  <a:pt x="3924" y="1257299"/>
                </a:lnTo>
                <a:lnTo>
                  <a:pt x="29933" y="1257299"/>
                </a:lnTo>
                <a:lnTo>
                  <a:pt x="31140" y="1269999"/>
                </a:lnTo>
                <a:close/>
              </a:path>
              <a:path w="2506979" h="1473200">
                <a:moveTo>
                  <a:pt x="2501773" y="1269999"/>
                </a:moveTo>
                <a:lnTo>
                  <a:pt x="2475611" y="1269999"/>
                </a:lnTo>
                <a:lnTo>
                  <a:pt x="2476830" y="1257299"/>
                </a:lnTo>
                <a:lnTo>
                  <a:pt x="2502966" y="1257299"/>
                </a:lnTo>
                <a:lnTo>
                  <a:pt x="2501773" y="1269999"/>
                </a:lnTo>
                <a:close/>
              </a:path>
              <a:path w="2506979" h="1473200">
                <a:moveTo>
                  <a:pt x="35648" y="1282699"/>
                </a:moveTo>
                <a:lnTo>
                  <a:pt x="7962" y="1282699"/>
                </a:lnTo>
                <a:lnTo>
                  <a:pt x="6464" y="1269999"/>
                </a:lnTo>
                <a:lnTo>
                  <a:pt x="33959" y="1269999"/>
                </a:lnTo>
                <a:lnTo>
                  <a:pt x="35648" y="1282699"/>
                </a:lnTo>
                <a:close/>
              </a:path>
              <a:path w="2506979" h="1473200">
                <a:moveTo>
                  <a:pt x="2498940" y="1282699"/>
                </a:moveTo>
                <a:lnTo>
                  <a:pt x="2471178" y="1282699"/>
                </a:lnTo>
                <a:lnTo>
                  <a:pt x="2472791" y="1269999"/>
                </a:lnTo>
                <a:lnTo>
                  <a:pt x="2500363" y="1269999"/>
                </a:lnTo>
                <a:lnTo>
                  <a:pt x="2498940" y="1282699"/>
                </a:lnTo>
                <a:close/>
              </a:path>
              <a:path w="2506979" h="1473200">
                <a:moveTo>
                  <a:pt x="39306" y="1295399"/>
                </a:moveTo>
                <a:lnTo>
                  <a:pt x="11442" y="1295399"/>
                </a:lnTo>
                <a:lnTo>
                  <a:pt x="9613" y="1282699"/>
                </a:lnTo>
                <a:lnTo>
                  <a:pt x="35509" y="1282699"/>
                </a:lnTo>
                <a:lnTo>
                  <a:pt x="39306" y="1295399"/>
                </a:lnTo>
                <a:close/>
              </a:path>
              <a:path w="2506979" h="1473200">
                <a:moveTo>
                  <a:pt x="2495384" y="1295399"/>
                </a:moveTo>
                <a:lnTo>
                  <a:pt x="2467521" y="1295399"/>
                </a:lnTo>
                <a:lnTo>
                  <a:pt x="2471318" y="1282699"/>
                </a:lnTo>
                <a:lnTo>
                  <a:pt x="2497302" y="1282699"/>
                </a:lnTo>
                <a:lnTo>
                  <a:pt x="2495384" y="1295399"/>
                </a:lnTo>
                <a:close/>
              </a:path>
              <a:path w="2506979" h="1473200">
                <a:moveTo>
                  <a:pt x="64541" y="1346199"/>
                </a:moveTo>
                <a:lnTo>
                  <a:pt x="36563" y="1346199"/>
                </a:lnTo>
                <a:lnTo>
                  <a:pt x="30746" y="1333499"/>
                </a:lnTo>
                <a:lnTo>
                  <a:pt x="24853" y="1320799"/>
                </a:lnTo>
                <a:lnTo>
                  <a:pt x="19773" y="1308099"/>
                </a:lnTo>
                <a:lnTo>
                  <a:pt x="15240" y="1295399"/>
                </a:lnTo>
                <a:lnTo>
                  <a:pt x="39090" y="1295399"/>
                </a:lnTo>
                <a:lnTo>
                  <a:pt x="43408" y="1308099"/>
                </a:lnTo>
                <a:lnTo>
                  <a:pt x="47726" y="1308099"/>
                </a:lnTo>
                <a:lnTo>
                  <a:pt x="53060" y="1320799"/>
                </a:lnTo>
                <a:lnTo>
                  <a:pt x="52768" y="1320799"/>
                </a:lnTo>
                <a:lnTo>
                  <a:pt x="58585" y="1333499"/>
                </a:lnTo>
                <a:lnTo>
                  <a:pt x="58267" y="1333499"/>
                </a:lnTo>
                <a:lnTo>
                  <a:pt x="64541" y="1346199"/>
                </a:lnTo>
                <a:close/>
              </a:path>
              <a:path w="2506979" h="1473200">
                <a:moveTo>
                  <a:pt x="2470264" y="1346199"/>
                </a:moveTo>
                <a:lnTo>
                  <a:pt x="2442286" y="1346199"/>
                </a:lnTo>
                <a:lnTo>
                  <a:pt x="2448560" y="1333499"/>
                </a:lnTo>
                <a:lnTo>
                  <a:pt x="2448242" y="1333499"/>
                </a:lnTo>
                <a:lnTo>
                  <a:pt x="2454059" y="1320799"/>
                </a:lnTo>
                <a:lnTo>
                  <a:pt x="2453766" y="1320799"/>
                </a:lnTo>
                <a:lnTo>
                  <a:pt x="2459101" y="1308099"/>
                </a:lnTo>
                <a:lnTo>
                  <a:pt x="2463419" y="1308099"/>
                </a:lnTo>
                <a:lnTo>
                  <a:pt x="2467737" y="1295399"/>
                </a:lnTo>
                <a:lnTo>
                  <a:pt x="2491587" y="1295399"/>
                </a:lnTo>
                <a:lnTo>
                  <a:pt x="2487053" y="1308099"/>
                </a:lnTo>
                <a:lnTo>
                  <a:pt x="2481973" y="1320799"/>
                </a:lnTo>
                <a:lnTo>
                  <a:pt x="2476080" y="1333499"/>
                </a:lnTo>
                <a:lnTo>
                  <a:pt x="2470264" y="1346199"/>
                </a:lnTo>
                <a:close/>
              </a:path>
              <a:path w="2506979" h="1473200">
                <a:moveTo>
                  <a:pt x="77736" y="1358900"/>
                </a:moveTo>
                <a:lnTo>
                  <a:pt x="43154" y="1358900"/>
                </a:lnTo>
                <a:lnTo>
                  <a:pt x="36880" y="1346199"/>
                </a:lnTo>
                <a:lnTo>
                  <a:pt x="70573" y="1346199"/>
                </a:lnTo>
                <a:lnTo>
                  <a:pt x="77736" y="1358900"/>
                </a:lnTo>
                <a:close/>
              </a:path>
              <a:path w="2506979" h="1473200">
                <a:moveTo>
                  <a:pt x="2463673" y="1358900"/>
                </a:moveTo>
                <a:lnTo>
                  <a:pt x="2429090" y="1358900"/>
                </a:lnTo>
                <a:lnTo>
                  <a:pt x="2436253" y="1346199"/>
                </a:lnTo>
                <a:lnTo>
                  <a:pt x="2469946" y="1346199"/>
                </a:lnTo>
                <a:lnTo>
                  <a:pt x="2463673" y="1358900"/>
                </a:lnTo>
                <a:close/>
              </a:path>
              <a:path w="2506979" h="1473200">
                <a:moveTo>
                  <a:pt x="84937" y="1371600"/>
                </a:moveTo>
                <a:lnTo>
                  <a:pt x="50596" y="1371600"/>
                </a:lnTo>
                <a:lnTo>
                  <a:pt x="43497" y="1358900"/>
                </a:lnTo>
                <a:lnTo>
                  <a:pt x="77343" y="1358900"/>
                </a:lnTo>
                <a:lnTo>
                  <a:pt x="84937" y="1371600"/>
                </a:lnTo>
                <a:close/>
              </a:path>
              <a:path w="2506979" h="1473200">
                <a:moveTo>
                  <a:pt x="2456230" y="1371600"/>
                </a:moveTo>
                <a:lnTo>
                  <a:pt x="2421890" y="1371600"/>
                </a:lnTo>
                <a:lnTo>
                  <a:pt x="2429484" y="1358900"/>
                </a:lnTo>
                <a:lnTo>
                  <a:pt x="2463330" y="1358900"/>
                </a:lnTo>
                <a:lnTo>
                  <a:pt x="2456230" y="1371600"/>
                </a:lnTo>
                <a:close/>
              </a:path>
              <a:path w="2506979" h="1473200">
                <a:moveTo>
                  <a:pt x="117436" y="1397000"/>
                </a:moveTo>
                <a:lnTo>
                  <a:pt x="74142" y="1397000"/>
                </a:lnTo>
                <a:lnTo>
                  <a:pt x="65735" y="1384300"/>
                </a:lnTo>
                <a:lnTo>
                  <a:pt x="57759" y="1371600"/>
                </a:lnTo>
                <a:lnTo>
                  <a:pt x="92087" y="1371600"/>
                </a:lnTo>
                <a:lnTo>
                  <a:pt x="100482" y="1384300"/>
                </a:lnTo>
                <a:lnTo>
                  <a:pt x="108318" y="1384300"/>
                </a:lnTo>
                <a:lnTo>
                  <a:pt x="117436" y="1397000"/>
                </a:lnTo>
                <a:close/>
              </a:path>
              <a:path w="2506979" h="1473200">
                <a:moveTo>
                  <a:pt x="2432685" y="1397000"/>
                </a:moveTo>
                <a:lnTo>
                  <a:pt x="2389390" y="1397000"/>
                </a:lnTo>
                <a:lnTo>
                  <a:pt x="2398509" y="1384300"/>
                </a:lnTo>
                <a:lnTo>
                  <a:pt x="2406345" y="1384300"/>
                </a:lnTo>
                <a:lnTo>
                  <a:pt x="2414739" y="1371600"/>
                </a:lnTo>
                <a:lnTo>
                  <a:pt x="2449068" y="1371600"/>
                </a:lnTo>
                <a:lnTo>
                  <a:pt x="2441092" y="1384300"/>
                </a:lnTo>
                <a:lnTo>
                  <a:pt x="2432685" y="1397000"/>
                </a:lnTo>
                <a:close/>
              </a:path>
              <a:path w="2506979" h="1473200">
                <a:moveTo>
                  <a:pt x="155155" y="1422400"/>
                </a:moveTo>
                <a:lnTo>
                  <a:pt x="101739" y="1422400"/>
                </a:lnTo>
                <a:lnTo>
                  <a:pt x="92621" y="1409700"/>
                </a:lnTo>
                <a:lnTo>
                  <a:pt x="83400" y="1397000"/>
                </a:lnTo>
                <a:lnTo>
                  <a:pt x="125907" y="1397000"/>
                </a:lnTo>
                <a:lnTo>
                  <a:pt x="135712" y="1409700"/>
                </a:lnTo>
                <a:lnTo>
                  <a:pt x="144754" y="1409700"/>
                </a:lnTo>
                <a:lnTo>
                  <a:pt x="155155" y="1422400"/>
                </a:lnTo>
                <a:close/>
              </a:path>
              <a:path w="2506979" h="1473200">
                <a:moveTo>
                  <a:pt x="2405087" y="1422400"/>
                </a:moveTo>
                <a:lnTo>
                  <a:pt x="2351671" y="1422400"/>
                </a:lnTo>
                <a:lnTo>
                  <a:pt x="2362073" y="1409700"/>
                </a:lnTo>
                <a:lnTo>
                  <a:pt x="2371115" y="1409700"/>
                </a:lnTo>
                <a:lnTo>
                  <a:pt x="2380919" y="1397000"/>
                </a:lnTo>
                <a:lnTo>
                  <a:pt x="2423426" y="1397000"/>
                </a:lnTo>
                <a:lnTo>
                  <a:pt x="2414206" y="1409700"/>
                </a:lnTo>
                <a:lnTo>
                  <a:pt x="2405087" y="1422400"/>
                </a:lnTo>
                <a:close/>
              </a:path>
              <a:path w="2506979" h="1473200">
                <a:moveTo>
                  <a:pt x="186309" y="1435100"/>
                </a:moveTo>
                <a:lnTo>
                  <a:pt x="121996" y="1435100"/>
                </a:lnTo>
                <a:lnTo>
                  <a:pt x="112204" y="1422400"/>
                </a:lnTo>
                <a:lnTo>
                  <a:pt x="175094" y="1422400"/>
                </a:lnTo>
                <a:lnTo>
                  <a:pt x="186309" y="1435100"/>
                </a:lnTo>
                <a:close/>
              </a:path>
              <a:path w="2506979" h="1473200">
                <a:moveTo>
                  <a:pt x="2384831" y="1435100"/>
                </a:moveTo>
                <a:lnTo>
                  <a:pt x="2320518" y="1435100"/>
                </a:lnTo>
                <a:lnTo>
                  <a:pt x="2331732" y="1422400"/>
                </a:lnTo>
                <a:lnTo>
                  <a:pt x="2394623" y="1422400"/>
                </a:lnTo>
                <a:lnTo>
                  <a:pt x="2384831" y="1435100"/>
                </a:lnTo>
                <a:close/>
              </a:path>
              <a:path w="2506979" h="1473200">
                <a:moveTo>
                  <a:pt x="242404" y="1447800"/>
                </a:moveTo>
                <a:lnTo>
                  <a:pt x="143586" y="1447800"/>
                </a:lnTo>
                <a:lnTo>
                  <a:pt x="132626" y="1435100"/>
                </a:lnTo>
                <a:lnTo>
                  <a:pt x="236258" y="1435100"/>
                </a:lnTo>
                <a:lnTo>
                  <a:pt x="242404" y="1447800"/>
                </a:lnTo>
                <a:close/>
              </a:path>
              <a:path w="2506979" h="1473200">
                <a:moveTo>
                  <a:pt x="2362695" y="1447800"/>
                </a:moveTo>
                <a:lnTo>
                  <a:pt x="2264422" y="1447800"/>
                </a:lnTo>
                <a:lnTo>
                  <a:pt x="2270569" y="1435100"/>
                </a:lnTo>
                <a:lnTo>
                  <a:pt x="2374201" y="1435100"/>
                </a:lnTo>
                <a:lnTo>
                  <a:pt x="2362695" y="1447800"/>
                </a:lnTo>
                <a:close/>
              </a:path>
              <a:path w="2506979" h="1473200">
                <a:moveTo>
                  <a:pt x="2328659" y="1460500"/>
                </a:moveTo>
                <a:lnTo>
                  <a:pt x="178168" y="1460500"/>
                </a:lnTo>
                <a:lnTo>
                  <a:pt x="166954" y="1447800"/>
                </a:lnTo>
                <a:lnTo>
                  <a:pt x="2339873" y="1447800"/>
                </a:lnTo>
                <a:lnTo>
                  <a:pt x="2328659" y="1460500"/>
                </a:lnTo>
                <a:close/>
              </a:path>
              <a:path w="2506979" h="1473200">
                <a:moveTo>
                  <a:pt x="2266022" y="1473200"/>
                </a:moveTo>
                <a:lnTo>
                  <a:pt x="241122" y="1473200"/>
                </a:lnTo>
                <a:lnTo>
                  <a:pt x="234657" y="1460500"/>
                </a:lnTo>
                <a:lnTo>
                  <a:pt x="2272499" y="1460500"/>
                </a:lnTo>
                <a:lnTo>
                  <a:pt x="2266022" y="1473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373754" y="1971675"/>
            <a:ext cx="2137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95" dirty="0">
                <a:latin typeface="Calibri"/>
                <a:cs typeface="Calibri"/>
              </a:rPr>
              <a:t>DATA</a:t>
            </a:r>
            <a:r>
              <a:rPr sz="1800" b="1" spc="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PREPROCESSING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608580" y="1976196"/>
            <a:ext cx="6296660" cy="1248410"/>
          </a:xfrm>
          <a:custGeom>
            <a:avLst/>
            <a:gdLst/>
            <a:ahLst/>
            <a:cxnLst/>
            <a:rect l="l" t="t" r="r" b="b"/>
            <a:pathLst>
              <a:path w="6296659" h="1248410">
                <a:moveTo>
                  <a:pt x="38100" y="660323"/>
                </a:moveTo>
                <a:lnTo>
                  <a:pt x="0" y="660323"/>
                </a:lnTo>
                <a:lnTo>
                  <a:pt x="0" y="660958"/>
                </a:lnTo>
                <a:lnTo>
                  <a:pt x="38100" y="660958"/>
                </a:lnTo>
                <a:lnTo>
                  <a:pt x="38100" y="660323"/>
                </a:lnTo>
                <a:close/>
              </a:path>
              <a:path w="6296659" h="1248410">
                <a:moveTo>
                  <a:pt x="539115" y="664768"/>
                </a:moveTo>
                <a:lnTo>
                  <a:pt x="506209" y="646722"/>
                </a:lnTo>
                <a:lnTo>
                  <a:pt x="394462" y="585431"/>
                </a:lnTo>
                <a:lnTo>
                  <a:pt x="391414" y="584098"/>
                </a:lnTo>
                <a:lnTo>
                  <a:pt x="388188" y="583311"/>
                </a:lnTo>
                <a:lnTo>
                  <a:pt x="384873" y="583095"/>
                </a:lnTo>
                <a:lnTo>
                  <a:pt x="381584" y="583450"/>
                </a:lnTo>
                <a:lnTo>
                  <a:pt x="366255" y="602564"/>
                </a:lnTo>
                <a:lnTo>
                  <a:pt x="366610" y="605853"/>
                </a:lnTo>
                <a:lnTo>
                  <a:pt x="430364" y="648589"/>
                </a:lnTo>
                <a:lnTo>
                  <a:pt x="58547" y="658431"/>
                </a:lnTo>
                <a:lnTo>
                  <a:pt x="59563" y="696506"/>
                </a:lnTo>
                <a:lnTo>
                  <a:pt x="431380" y="686676"/>
                </a:lnTo>
                <a:lnTo>
                  <a:pt x="378790" y="719251"/>
                </a:lnTo>
                <a:lnTo>
                  <a:pt x="369785" y="736028"/>
                </a:lnTo>
                <a:lnTo>
                  <a:pt x="370179" y="739330"/>
                </a:lnTo>
                <a:lnTo>
                  <a:pt x="389407" y="754481"/>
                </a:lnTo>
                <a:lnTo>
                  <a:pt x="392709" y="754087"/>
                </a:lnTo>
                <a:lnTo>
                  <a:pt x="395884" y="753135"/>
                </a:lnTo>
                <a:lnTo>
                  <a:pt x="398856" y="751636"/>
                </a:lnTo>
                <a:lnTo>
                  <a:pt x="539115" y="664768"/>
                </a:lnTo>
                <a:close/>
              </a:path>
              <a:path w="6296659" h="1248410">
                <a:moveTo>
                  <a:pt x="3043580" y="391718"/>
                </a:moveTo>
                <a:lnTo>
                  <a:pt x="3043529" y="353618"/>
                </a:lnTo>
                <a:lnTo>
                  <a:pt x="502894" y="357428"/>
                </a:lnTo>
                <a:lnTo>
                  <a:pt x="502945" y="395528"/>
                </a:lnTo>
                <a:lnTo>
                  <a:pt x="3043580" y="391718"/>
                </a:lnTo>
                <a:close/>
              </a:path>
              <a:path w="6296659" h="1248410">
                <a:moveTo>
                  <a:pt x="3563797" y="177063"/>
                </a:moveTo>
                <a:lnTo>
                  <a:pt x="3563759" y="176530"/>
                </a:lnTo>
                <a:lnTo>
                  <a:pt x="3563632" y="177787"/>
                </a:lnTo>
                <a:lnTo>
                  <a:pt x="3563797" y="177063"/>
                </a:lnTo>
                <a:close/>
              </a:path>
              <a:path w="6296659" h="1248410">
                <a:moveTo>
                  <a:pt x="6296584" y="209550"/>
                </a:moveTo>
                <a:lnTo>
                  <a:pt x="6293015" y="176530"/>
                </a:lnTo>
                <a:lnTo>
                  <a:pt x="6292316" y="172720"/>
                </a:lnTo>
                <a:lnTo>
                  <a:pt x="6292189" y="171450"/>
                </a:lnTo>
                <a:lnTo>
                  <a:pt x="6291529" y="168884"/>
                </a:lnTo>
                <a:lnTo>
                  <a:pt x="6265430" y="168884"/>
                </a:lnTo>
                <a:lnTo>
                  <a:pt x="6267259" y="177063"/>
                </a:lnTo>
                <a:lnTo>
                  <a:pt x="6267526" y="177787"/>
                </a:lnTo>
                <a:lnTo>
                  <a:pt x="6269113" y="186690"/>
                </a:lnTo>
                <a:lnTo>
                  <a:pt x="6270409" y="197751"/>
                </a:lnTo>
                <a:lnTo>
                  <a:pt x="6270523" y="199390"/>
                </a:lnTo>
                <a:lnTo>
                  <a:pt x="6270612" y="200660"/>
                </a:lnTo>
                <a:lnTo>
                  <a:pt x="6270714" y="201930"/>
                </a:lnTo>
                <a:lnTo>
                  <a:pt x="6270930" y="204470"/>
                </a:lnTo>
                <a:lnTo>
                  <a:pt x="6271018" y="205740"/>
                </a:lnTo>
                <a:lnTo>
                  <a:pt x="6271145" y="209550"/>
                </a:lnTo>
                <a:lnTo>
                  <a:pt x="6271145" y="1037590"/>
                </a:lnTo>
                <a:lnTo>
                  <a:pt x="6271006" y="1041400"/>
                </a:lnTo>
                <a:lnTo>
                  <a:pt x="6270917" y="1042670"/>
                </a:lnTo>
                <a:lnTo>
                  <a:pt x="6270688" y="1046480"/>
                </a:lnTo>
                <a:lnTo>
                  <a:pt x="6270574" y="1047750"/>
                </a:lnTo>
                <a:lnTo>
                  <a:pt x="6270472" y="1049020"/>
                </a:lnTo>
                <a:lnTo>
                  <a:pt x="6270256" y="1051560"/>
                </a:lnTo>
                <a:lnTo>
                  <a:pt x="6269279" y="1059472"/>
                </a:lnTo>
                <a:lnTo>
                  <a:pt x="6267310" y="1070610"/>
                </a:lnTo>
                <a:lnTo>
                  <a:pt x="6267424" y="1069365"/>
                </a:lnTo>
                <a:lnTo>
                  <a:pt x="6265164" y="1079500"/>
                </a:lnTo>
                <a:lnTo>
                  <a:pt x="6265316" y="1079500"/>
                </a:lnTo>
                <a:lnTo>
                  <a:pt x="6262573" y="1088390"/>
                </a:lnTo>
                <a:lnTo>
                  <a:pt x="6262763" y="1088390"/>
                </a:lnTo>
                <a:lnTo>
                  <a:pt x="6259550" y="1097280"/>
                </a:lnTo>
                <a:lnTo>
                  <a:pt x="6259766" y="1097280"/>
                </a:lnTo>
                <a:lnTo>
                  <a:pt x="6256121" y="1106170"/>
                </a:lnTo>
                <a:lnTo>
                  <a:pt x="6256363" y="1106170"/>
                </a:lnTo>
                <a:lnTo>
                  <a:pt x="6252273" y="1115060"/>
                </a:lnTo>
                <a:lnTo>
                  <a:pt x="6252540" y="1113790"/>
                </a:lnTo>
                <a:lnTo>
                  <a:pt x="6248044" y="1122680"/>
                </a:lnTo>
                <a:lnTo>
                  <a:pt x="6248336" y="1122680"/>
                </a:lnTo>
                <a:lnTo>
                  <a:pt x="6243421" y="1131570"/>
                </a:lnTo>
                <a:lnTo>
                  <a:pt x="6243739" y="1130300"/>
                </a:lnTo>
                <a:lnTo>
                  <a:pt x="6238443" y="1139190"/>
                </a:lnTo>
                <a:lnTo>
                  <a:pt x="6238786" y="1137920"/>
                </a:lnTo>
                <a:lnTo>
                  <a:pt x="6233096" y="1146810"/>
                </a:lnTo>
                <a:lnTo>
                  <a:pt x="6233465" y="1145540"/>
                </a:lnTo>
                <a:lnTo>
                  <a:pt x="6227407" y="1153160"/>
                </a:lnTo>
                <a:lnTo>
                  <a:pt x="6227788" y="1153160"/>
                </a:lnTo>
                <a:lnTo>
                  <a:pt x="6221374" y="1160780"/>
                </a:lnTo>
                <a:lnTo>
                  <a:pt x="6221793" y="1159510"/>
                </a:lnTo>
                <a:lnTo>
                  <a:pt x="6215037" y="1167130"/>
                </a:lnTo>
                <a:lnTo>
                  <a:pt x="6215469" y="1167130"/>
                </a:lnTo>
                <a:lnTo>
                  <a:pt x="6208382" y="1173480"/>
                </a:lnTo>
                <a:lnTo>
                  <a:pt x="6208827" y="1173480"/>
                </a:lnTo>
                <a:lnTo>
                  <a:pt x="6201435" y="1179830"/>
                </a:lnTo>
                <a:lnTo>
                  <a:pt x="6201892" y="1178560"/>
                </a:lnTo>
                <a:lnTo>
                  <a:pt x="6194196" y="1184910"/>
                </a:lnTo>
                <a:lnTo>
                  <a:pt x="6194679" y="1184910"/>
                </a:lnTo>
                <a:lnTo>
                  <a:pt x="6186690" y="1189990"/>
                </a:lnTo>
                <a:lnTo>
                  <a:pt x="6187186" y="1189990"/>
                </a:lnTo>
                <a:lnTo>
                  <a:pt x="6178918" y="1195070"/>
                </a:lnTo>
                <a:lnTo>
                  <a:pt x="6179439" y="1195070"/>
                </a:lnTo>
                <a:lnTo>
                  <a:pt x="6170904" y="1200150"/>
                </a:lnTo>
                <a:lnTo>
                  <a:pt x="6171438" y="1200150"/>
                </a:lnTo>
                <a:lnTo>
                  <a:pt x="6162649" y="1203960"/>
                </a:lnTo>
                <a:lnTo>
                  <a:pt x="6163208" y="1203960"/>
                </a:lnTo>
                <a:lnTo>
                  <a:pt x="6154166" y="1207770"/>
                </a:lnTo>
                <a:lnTo>
                  <a:pt x="6154750" y="1207770"/>
                </a:lnTo>
                <a:lnTo>
                  <a:pt x="6145479" y="1211580"/>
                </a:lnTo>
                <a:lnTo>
                  <a:pt x="6146076" y="1211580"/>
                </a:lnTo>
                <a:lnTo>
                  <a:pt x="6136589" y="1214120"/>
                </a:lnTo>
                <a:lnTo>
                  <a:pt x="6137199" y="1214120"/>
                </a:lnTo>
                <a:lnTo>
                  <a:pt x="6127521" y="1216660"/>
                </a:lnTo>
                <a:lnTo>
                  <a:pt x="6128131" y="1216660"/>
                </a:lnTo>
                <a:lnTo>
                  <a:pt x="6118263" y="1219200"/>
                </a:lnTo>
                <a:lnTo>
                  <a:pt x="6118885" y="1219200"/>
                </a:lnTo>
                <a:lnTo>
                  <a:pt x="6108839" y="1220470"/>
                </a:lnTo>
                <a:lnTo>
                  <a:pt x="6109474" y="1220470"/>
                </a:lnTo>
                <a:lnTo>
                  <a:pt x="6100229" y="1221625"/>
                </a:lnTo>
                <a:lnTo>
                  <a:pt x="6094590" y="1223010"/>
                </a:lnTo>
                <a:lnTo>
                  <a:pt x="6094895" y="1221752"/>
                </a:lnTo>
                <a:lnTo>
                  <a:pt x="6089713" y="1223010"/>
                </a:lnTo>
                <a:lnTo>
                  <a:pt x="3741356" y="1223010"/>
                </a:lnTo>
                <a:lnTo>
                  <a:pt x="3736149" y="1221752"/>
                </a:lnTo>
                <a:lnTo>
                  <a:pt x="3736479" y="1223010"/>
                </a:lnTo>
                <a:lnTo>
                  <a:pt x="3730828" y="1221625"/>
                </a:lnTo>
                <a:lnTo>
                  <a:pt x="3721595" y="1220470"/>
                </a:lnTo>
                <a:lnTo>
                  <a:pt x="3722230" y="1220470"/>
                </a:lnTo>
                <a:lnTo>
                  <a:pt x="3712184" y="1219200"/>
                </a:lnTo>
                <a:lnTo>
                  <a:pt x="3712807" y="1219200"/>
                </a:lnTo>
                <a:lnTo>
                  <a:pt x="3702939" y="1216660"/>
                </a:lnTo>
                <a:lnTo>
                  <a:pt x="3703548" y="1216660"/>
                </a:lnTo>
                <a:lnTo>
                  <a:pt x="3693871" y="1214120"/>
                </a:lnTo>
                <a:lnTo>
                  <a:pt x="3694480" y="1214120"/>
                </a:lnTo>
                <a:lnTo>
                  <a:pt x="3684994" y="1211580"/>
                </a:lnTo>
                <a:lnTo>
                  <a:pt x="3685590" y="1211580"/>
                </a:lnTo>
                <a:lnTo>
                  <a:pt x="3676332" y="1207770"/>
                </a:lnTo>
                <a:lnTo>
                  <a:pt x="3676904" y="1207770"/>
                </a:lnTo>
                <a:lnTo>
                  <a:pt x="3667861" y="1203960"/>
                </a:lnTo>
                <a:lnTo>
                  <a:pt x="3668420" y="1203960"/>
                </a:lnTo>
                <a:lnTo>
                  <a:pt x="3659632" y="1200150"/>
                </a:lnTo>
                <a:lnTo>
                  <a:pt x="3660165" y="1200150"/>
                </a:lnTo>
                <a:lnTo>
                  <a:pt x="3651631" y="1195070"/>
                </a:lnTo>
                <a:lnTo>
                  <a:pt x="3652151" y="1195070"/>
                </a:lnTo>
                <a:lnTo>
                  <a:pt x="3643884" y="1189990"/>
                </a:lnTo>
                <a:lnTo>
                  <a:pt x="3644379" y="1189990"/>
                </a:lnTo>
                <a:lnTo>
                  <a:pt x="3636391" y="1184910"/>
                </a:lnTo>
                <a:lnTo>
                  <a:pt x="3636873" y="1184910"/>
                </a:lnTo>
                <a:lnTo>
                  <a:pt x="3630714" y="1179830"/>
                </a:lnTo>
                <a:lnTo>
                  <a:pt x="3629177" y="1178560"/>
                </a:lnTo>
                <a:lnTo>
                  <a:pt x="3629634" y="1179830"/>
                </a:lnTo>
                <a:lnTo>
                  <a:pt x="3622243" y="1173480"/>
                </a:lnTo>
                <a:lnTo>
                  <a:pt x="3622687" y="1173480"/>
                </a:lnTo>
                <a:lnTo>
                  <a:pt x="3615601" y="1167130"/>
                </a:lnTo>
                <a:lnTo>
                  <a:pt x="3616033" y="1167130"/>
                </a:lnTo>
                <a:lnTo>
                  <a:pt x="3610394" y="1160780"/>
                </a:lnTo>
                <a:lnTo>
                  <a:pt x="3609276" y="1159510"/>
                </a:lnTo>
                <a:lnTo>
                  <a:pt x="3609695" y="1160780"/>
                </a:lnTo>
                <a:lnTo>
                  <a:pt x="3603282" y="1153160"/>
                </a:lnTo>
                <a:lnTo>
                  <a:pt x="3603663" y="1153160"/>
                </a:lnTo>
                <a:lnTo>
                  <a:pt x="3598621" y="1146810"/>
                </a:lnTo>
                <a:lnTo>
                  <a:pt x="3597618" y="1145540"/>
                </a:lnTo>
                <a:lnTo>
                  <a:pt x="3597973" y="1146810"/>
                </a:lnTo>
                <a:lnTo>
                  <a:pt x="3593084" y="1139190"/>
                </a:lnTo>
                <a:lnTo>
                  <a:pt x="3592284" y="1137920"/>
                </a:lnTo>
                <a:lnTo>
                  <a:pt x="3592626" y="1139190"/>
                </a:lnTo>
                <a:lnTo>
                  <a:pt x="3588080" y="1131570"/>
                </a:lnTo>
                <a:lnTo>
                  <a:pt x="3587331" y="1130300"/>
                </a:lnTo>
                <a:lnTo>
                  <a:pt x="3587648" y="1131570"/>
                </a:lnTo>
                <a:lnTo>
                  <a:pt x="3582733" y="1122680"/>
                </a:lnTo>
                <a:lnTo>
                  <a:pt x="3583025" y="1122680"/>
                </a:lnTo>
                <a:lnTo>
                  <a:pt x="3579164" y="1115060"/>
                </a:lnTo>
                <a:lnTo>
                  <a:pt x="3578529" y="1113790"/>
                </a:lnTo>
                <a:lnTo>
                  <a:pt x="3578796" y="1115060"/>
                </a:lnTo>
                <a:lnTo>
                  <a:pt x="3574707" y="1106170"/>
                </a:lnTo>
                <a:lnTo>
                  <a:pt x="3574948" y="1106170"/>
                </a:lnTo>
                <a:lnTo>
                  <a:pt x="3571303" y="1097280"/>
                </a:lnTo>
                <a:lnTo>
                  <a:pt x="3571519" y="1097280"/>
                </a:lnTo>
                <a:lnTo>
                  <a:pt x="3568306" y="1088390"/>
                </a:lnTo>
                <a:lnTo>
                  <a:pt x="3568496" y="1088390"/>
                </a:lnTo>
                <a:lnTo>
                  <a:pt x="3565753" y="1079500"/>
                </a:lnTo>
                <a:lnTo>
                  <a:pt x="3565906" y="1079500"/>
                </a:lnTo>
                <a:lnTo>
                  <a:pt x="3563912" y="1070610"/>
                </a:lnTo>
                <a:lnTo>
                  <a:pt x="3563709" y="1070140"/>
                </a:lnTo>
                <a:lnTo>
                  <a:pt x="3563759" y="1070610"/>
                </a:lnTo>
                <a:lnTo>
                  <a:pt x="3563670" y="1070140"/>
                </a:lnTo>
                <a:lnTo>
                  <a:pt x="3563035" y="1066711"/>
                </a:lnTo>
                <a:lnTo>
                  <a:pt x="3562172" y="1061707"/>
                </a:lnTo>
                <a:lnTo>
                  <a:pt x="3561892" y="1060462"/>
                </a:lnTo>
                <a:lnTo>
                  <a:pt x="3561778" y="1059472"/>
                </a:lnTo>
                <a:lnTo>
                  <a:pt x="3561740" y="1059243"/>
                </a:lnTo>
                <a:lnTo>
                  <a:pt x="3560762" y="1051560"/>
                </a:lnTo>
                <a:lnTo>
                  <a:pt x="3560356" y="1046480"/>
                </a:lnTo>
                <a:lnTo>
                  <a:pt x="3560051" y="1041400"/>
                </a:lnTo>
                <a:lnTo>
                  <a:pt x="3559911" y="1037590"/>
                </a:lnTo>
                <a:lnTo>
                  <a:pt x="3559911" y="209550"/>
                </a:lnTo>
                <a:lnTo>
                  <a:pt x="3563759" y="176530"/>
                </a:lnTo>
                <a:lnTo>
                  <a:pt x="3563912" y="176530"/>
                </a:lnTo>
                <a:lnTo>
                  <a:pt x="3565906" y="167640"/>
                </a:lnTo>
                <a:lnTo>
                  <a:pt x="3565067" y="171450"/>
                </a:lnTo>
                <a:lnTo>
                  <a:pt x="3566096" y="167640"/>
                </a:lnTo>
                <a:lnTo>
                  <a:pt x="3568496" y="158750"/>
                </a:lnTo>
                <a:lnTo>
                  <a:pt x="3568306" y="158750"/>
                </a:lnTo>
                <a:lnTo>
                  <a:pt x="3571519" y="149860"/>
                </a:lnTo>
                <a:lnTo>
                  <a:pt x="3571303" y="149860"/>
                </a:lnTo>
                <a:lnTo>
                  <a:pt x="3574948" y="140970"/>
                </a:lnTo>
                <a:lnTo>
                  <a:pt x="3574707" y="142240"/>
                </a:lnTo>
                <a:lnTo>
                  <a:pt x="3575291" y="140970"/>
                </a:lnTo>
                <a:lnTo>
                  <a:pt x="3578796" y="133350"/>
                </a:lnTo>
                <a:lnTo>
                  <a:pt x="3578529" y="133350"/>
                </a:lnTo>
                <a:lnTo>
                  <a:pt x="3583025" y="124460"/>
                </a:lnTo>
                <a:lnTo>
                  <a:pt x="3582733" y="124460"/>
                </a:lnTo>
                <a:lnTo>
                  <a:pt x="3587648" y="116840"/>
                </a:lnTo>
                <a:lnTo>
                  <a:pt x="3587331" y="116840"/>
                </a:lnTo>
                <a:lnTo>
                  <a:pt x="3592626" y="109220"/>
                </a:lnTo>
                <a:lnTo>
                  <a:pt x="3592284" y="109220"/>
                </a:lnTo>
                <a:lnTo>
                  <a:pt x="3597973" y="101600"/>
                </a:lnTo>
                <a:lnTo>
                  <a:pt x="3597618" y="101600"/>
                </a:lnTo>
                <a:lnTo>
                  <a:pt x="3603663" y="93980"/>
                </a:lnTo>
                <a:lnTo>
                  <a:pt x="3603282" y="93980"/>
                </a:lnTo>
                <a:lnTo>
                  <a:pt x="3609695" y="87630"/>
                </a:lnTo>
                <a:lnTo>
                  <a:pt x="3609276" y="87630"/>
                </a:lnTo>
                <a:lnTo>
                  <a:pt x="3616033" y="80010"/>
                </a:lnTo>
                <a:lnTo>
                  <a:pt x="3615601" y="81280"/>
                </a:lnTo>
                <a:lnTo>
                  <a:pt x="3616782" y="80010"/>
                </a:lnTo>
                <a:lnTo>
                  <a:pt x="3622687" y="73660"/>
                </a:lnTo>
                <a:lnTo>
                  <a:pt x="3622243" y="74930"/>
                </a:lnTo>
                <a:lnTo>
                  <a:pt x="3623716" y="73660"/>
                </a:lnTo>
                <a:lnTo>
                  <a:pt x="3629634" y="68580"/>
                </a:lnTo>
                <a:lnTo>
                  <a:pt x="3629177" y="68580"/>
                </a:lnTo>
                <a:lnTo>
                  <a:pt x="3636873" y="62230"/>
                </a:lnTo>
                <a:lnTo>
                  <a:pt x="3636391" y="62230"/>
                </a:lnTo>
                <a:lnTo>
                  <a:pt x="3644379" y="57150"/>
                </a:lnTo>
                <a:lnTo>
                  <a:pt x="3643884" y="57150"/>
                </a:lnTo>
                <a:lnTo>
                  <a:pt x="3652151" y="52070"/>
                </a:lnTo>
                <a:lnTo>
                  <a:pt x="3651631" y="52070"/>
                </a:lnTo>
                <a:lnTo>
                  <a:pt x="3660165" y="46990"/>
                </a:lnTo>
                <a:lnTo>
                  <a:pt x="3659632" y="48260"/>
                </a:lnTo>
                <a:lnTo>
                  <a:pt x="3661829" y="46990"/>
                </a:lnTo>
                <a:lnTo>
                  <a:pt x="3668420" y="43180"/>
                </a:lnTo>
                <a:lnTo>
                  <a:pt x="3667861" y="43180"/>
                </a:lnTo>
                <a:lnTo>
                  <a:pt x="3676904" y="39370"/>
                </a:lnTo>
                <a:lnTo>
                  <a:pt x="3676332" y="39370"/>
                </a:lnTo>
                <a:lnTo>
                  <a:pt x="3685590" y="35560"/>
                </a:lnTo>
                <a:lnTo>
                  <a:pt x="3684994" y="36830"/>
                </a:lnTo>
                <a:lnTo>
                  <a:pt x="3688156" y="35560"/>
                </a:lnTo>
                <a:lnTo>
                  <a:pt x="3694480" y="33020"/>
                </a:lnTo>
                <a:lnTo>
                  <a:pt x="3693871" y="33020"/>
                </a:lnTo>
                <a:lnTo>
                  <a:pt x="3703548" y="30480"/>
                </a:lnTo>
                <a:lnTo>
                  <a:pt x="3702939" y="30480"/>
                </a:lnTo>
                <a:lnTo>
                  <a:pt x="3712807" y="27940"/>
                </a:lnTo>
                <a:lnTo>
                  <a:pt x="3712184" y="29210"/>
                </a:lnTo>
                <a:lnTo>
                  <a:pt x="3717201" y="27940"/>
                </a:lnTo>
                <a:lnTo>
                  <a:pt x="3722840" y="26517"/>
                </a:lnTo>
                <a:lnTo>
                  <a:pt x="3731806" y="25400"/>
                </a:lnTo>
                <a:lnTo>
                  <a:pt x="3741039" y="25400"/>
                </a:lnTo>
                <a:lnTo>
                  <a:pt x="3746271" y="24130"/>
                </a:lnTo>
                <a:lnTo>
                  <a:pt x="6084798" y="24130"/>
                </a:lnTo>
                <a:lnTo>
                  <a:pt x="6090031" y="25400"/>
                </a:lnTo>
                <a:lnTo>
                  <a:pt x="6099264" y="25400"/>
                </a:lnTo>
                <a:lnTo>
                  <a:pt x="6108217" y="26517"/>
                </a:lnTo>
                <a:lnTo>
                  <a:pt x="6118885" y="29210"/>
                </a:lnTo>
                <a:lnTo>
                  <a:pt x="6118263" y="27940"/>
                </a:lnTo>
                <a:lnTo>
                  <a:pt x="6128131" y="30480"/>
                </a:lnTo>
                <a:lnTo>
                  <a:pt x="6127521" y="30480"/>
                </a:lnTo>
                <a:lnTo>
                  <a:pt x="6137199" y="33020"/>
                </a:lnTo>
                <a:lnTo>
                  <a:pt x="6136589" y="33020"/>
                </a:lnTo>
                <a:lnTo>
                  <a:pt x="6146076" y="36830"/>
                </a:lnTo>
                <a:lnTo>
                  <a:pt x="6145479" y="35560"/>
                </a:lnTo>
                <a:lnTo>
                  <a:pt x="6154750" y="39370"/>
                </a:lnTo>
                <a:lnTo>
                  <a:pt x="6154166" y="39370"/>
                </a:lnTo>
                <a:lnTo>
                  <a:pt x="6163208" y="43180"/>
                </a:lnTo>
                <a:lnTo>
                  <a:pt x="6162649" y="43180"/>
                </a:lnTo>
                <a:lnTo>
                  <a:pt x="6171438" y="48260"/>
                </a:lnTo>
                <a:lnTo>
                  <a:pt x="6170904" y="46990"/>
                </a:lnTo>
                <a:lnTo>
                  <a:pt x="6179439" y="52070"/>
                </a:lnTo>
                <a:lnTo>
                  <a:pt x="6178918" y="52070"/>
                </a:lnTo>
                <a:lnTo>
                  <a:pt x="6187186" y="57150"/>
                </a:lnTo>
                <a:lnTo>
                  <a:pt x="6186690" y="57150"/>
                </a:lnTo>
                <a:lnTo>
                  <a:pt x="6194679" y="62230"/>
                </a:lnTo>
                <a:lnTo>
                  <a:pt x="6194196" y="62230"/>
                </a:lnTo>
                <a:lnTo>
                  <a:pt x="6201892" y="68580"/>
                </a:lnTo>
                <a:lnTo>
                  <a:pt x="6201435" y="68580"/>
                </a:lnTo>
                <a:lnTo>
                  <a:pt x="6208827" y="74930"/>
                </a:lnTo>
                <a:lnTo>
                  <a:pt x="6208382" y="73660"/>
                </a:lnTo>
                <a:lnTo>
                  <a:pt x="6215469" y="81280"/>
                </a:lnTo>
                <a:lnTo>
                  <a:pt x="6215037" y="80010"/>
                </a:lnTo>
                <a:lnTo>
                  <a:pt x="6221793" y="87630"/>
                </a:lnTo>
                <a:lnTo>
                  <a:pt x="6221374" y="87630"/>
                </a:lnTo>
                <a:lnTo>
                  <a:pt x="6227788" y="93980"/>
                </a:lnTo>
                <a:lnTo>
                  <a:pt x="6227407" y="93980"/>
                </a:lnTo>
                <a:lnTo>
                  <a:pt x="6233465" y="101600"/>
                </a:lnTo>
                <a:lnTo>
                  <a:pt x="6233096" y="101600"/>
                </a:lnTo>
                <a:lnTo>
                  <a:pt x="6238786" y="109220"/>
                </a:lnTo>
                <a:lnTo>
                  <a:pt x="6238443" y="109220"/>
                </a:lnTo>
                <a:lnTo>
                  <a:pt x="6243739" y="116840"/>
                </a:lnTo>
                <a:lnTo>
                  <a:pt x="6243421" y="116840"/>
                </a:lnTo>
                <a:lnTo>
                  <a:pt x="6248336" y="124460"/>
                </a:lnTo>
                <a:lnTo>
                  <a:pt x="6248044" y="124460"/>
                </a:lnTo>
                <a:lnTo>
                  <a:pt x="6252540" y="133350"/>
                </a:lnTo>
                <a:lnTo>
                  <a:pt x="6252273" y="133350"/>
                </a:lnTo>
                <a:lnTo>
                  <a:pt x="6256363" y="142240"/>
                </a:lnTo>
                <a:lnTo>
                  <a:pt x="6256121" y="140970"/>
                </a:lnTo>
                <a:lnTo>
                  <a:pt x="6259766" y="149860"/>
                </a:lnTo>
                <a:lnTo>
                  <a:pt x="6259550" y="149860"/>
                </a:lnTo>
                <a:lnTo>
                  <a:pt x="6262763" y="158750"/>
                </a:lnTo>
                <a:lnTo>
                  <a:pt x="6262573" y="158750"/>
                </a:lnTo>
                <a:lnTo>
                  <a:pt x="6264961" y="167640"/>
                </a:lnTo>
                <a:lnTo>
                  <a:pt x="6265164" y="167640"/>
                </a:lnTo>
                <a:lnTo>
                  <a:pt x="6291211" y="167640"/>
                </a:lnTo>
                <a:lnTo>
                  <a:pt x="6289916" y="162560"/>
                </a:lnTo>
                <a:lnTo>
                  <a:pt x="6287008" y="152400"/>
                </a:lnTo>
                <a:lnTo>
                  <a:pt x="6283617" y="142240"/>
                </a:lnTo>
                <a:lnTo>
                  <a:pt x="6283401" y="140970"/>
                </a:lnTo>
                <a:lnTo>
                  <a:pt x="6279743" y="132080"/>
                </a:lnTo>
                <a:lnTo>
                  <a:pt x="6279502" y="130810"/>
                </a:lnTo>
                <a:lnTo>
                  <a:pt x="6275425" y="121920"/>
                </a:lnTo>
                <a:lnTo>
                  <a:pt x="6270650" y="113030"/>
                </a:lnTo>
                <a:lnTo>
                  <a:pt x="6265443" y="104140"/>
                </a:lnTo>
                <a:lnTo>
                  <a:pt x="6265126" y="102870"/>
                </a:lnTo>
                <a:lnTo>
                  <a:pt x="6259817" y="95250"/>
                </a:lnTo>
                <a:lnTo>
                  <a:pt x="6259474" y="93980"/>
                </a:lnTo>
                <a:lnTo>
                  <a:pt x="6253429" y="86360"/>
                </a:lnTo>
                <a:lnTo>
                  <a:pt x="6248819" y="80010"/>
                </a:lnTo>
                <a:lnTo>
                  <a:pt x="6246990" y="77470"/>
                </a:lnTo>
                <a:lnTo>
                  <a:pt x="6243777" y="73660"/>
                </a:lnTo>
                <a:lnTo>
                  <a:pt x="6240577" y="69850"/>
                </a:lnTo>
                <a:lnTo>
                  <a:pt x="6233414" y="63500"/>
                </a:lnTo>
                <a:lnTo>
                  <a:pt x="6232995" y="62230"/>
                </a:lnTo>
                <a:lnTo>
                  <a:pt x="6225464" y="55880"/>
                </a:lnTo>
                <a:lnTo>
                  <a:pt x="6218059" y="49530"/>
                </a:lnTo>
                <a:lnTo>
                  <a:pt x="6215164" y="46990"/>
                </a:lnTo>
                <a:lnTo>
                  <a:pt x="6209398" y="41910"/>
                </a:lnTo>
                <a:lnTo>
                  <a:pt x="6201410" y="36830"/>
                </a:lnTo>
                <a:lnTo>
                  <a:pt x="6200902" y="35560"/>
                </a:lnTo>
                <a:lnTo>
                  <a:pt x="6192621" y="30480"/>
                </a:lnTo>
                <a:lnTo>
                  <a:pt x="6192101" y="30480"/>
                </a:lnTo>
                <a:lnTo>
                  <a:pt x="6187554" y="27940"/>
                </a:lnTo>
                <a:lnTo>
                  <a:pt x="6183020" y="25400"/>
                </a:lnTo>
                <a:lnTo>
                  <a:pt x="6180683" y="24130"/>
                </a:lnTo>
                <a:lnTo>
                  <a:pt x="6173673" y="20320"/>
                </a:lnTo>
                <a:lnTo>
                  <a:pt x="6164631" y="16510"/>
                </a:lnTo>
                <a:lnTo>
                  <a:pt x="6164059" y="16510"/>
                </a:lnTo>
                <a:lnTo>
                  <a:pt x="6154801" y="12700"/>
                </a:lnTo>
                <a:lnTo>
                  <a:pt x="6154217" y="12700"/>
                </a:lnTo>
                <a:lnTo>
                  <a:pt x="6144133" y="8890"/>
                </a:lnTo>
                <a:lnTo>
                  <a:pt x="6133846" y="6350"/>
                </a:lnTo>
                <a:lnTo>
                  <a:pt x="6123978" y="3810"/>
                </a:lnTo>
                <a:lnTo>
                  <a:pt x="6123356" y="3810"/>
                </a:lnTo>
                <a:lnTo>
                  <a:pt x="6112675" y="1270"/>
                </a:lnTo>
                <a:lnTo>
                  <a:pt x="6101994" y="0"/>
                </a:lnTo>
                <a:lnTo>
                  <a:pt x="3728593" y="0"/>
                </a:lnTo>
                <a:lnTo>
                  <a:pt x="3718395" y="1270"/>
                </a:lnTo>
                <a:lnTo>
                  <a:pt x="3717760" y="1270"/>
                </a:lnTo>
                <a:lnTo>
                  <a:pt x="3707714" y="3810"/>
                </a:lnTo>
                <a:lnTo>
                  <a:pt x="3707092" y="3810"/>
                </a:lnTo>
                <a:lnTo>
                  <a:pt x="3697224" y="6350"/>
                </a:lnTo>
                <a:lnTo>
                  <a:pt x="3686937" y="8890"/>
                </a:lnTo>
                <a:lnTo>
                  <a:pt x="3676853" y="12700"/>
                </a:lnTo>
                <a:lnTo>
                  <a:pt x="3676269" y="12700"/>
                </a:lnTo>
                <a:lnTo>
                  <a:pt x="3667010" y="16510"/>
                </a:lnTo>
                <a:lnTo>
                  <a:pt x="3666439" y="16510"/>
                </a:lnTo>
                <a:lnTo>
                  <a:pt x="3657396" y="20320"/>
                </a:lnTo>
                <a:lnTo>
                  <a:pt x="3648049" y="25400"/>
                </a:lnTo>
                <a:lnTo>
                  <a:pt x="3638969" y="30480"/>
                </a:lnTo>
                <a:lnTo>
                  <a:pt x="3638448" y="30480"/>
                </a:lnTo>
                <a:lnTo>
                  <a:pt x="3630168" y="35560"/>
                </a:lnTo>
                <a:lnTo>
                  <a:pt x="3629660" y="36830"/>
                </a:lnTo>
                <a:lnTo>
                  <a:pt x="3621671" y="41910"/>
                </a:lnTo>
                <a:lnTo>
                  <a:pt x="3613010" y="49530"/>
                </a:lnTo>
                <a:lnTo>
                  <a:pt x="3605606" y="55880"/>
                </a:lnTo>
                <a:lnTo>
                  <a:pt x="3598075" y="62230"/>
                </a:lnTo>
                <a:lnTo>
                  <a:pt x="3597656" y="63500"/>
                </a:lnTo>
                <a:lnTo>
                  <a:pt x="3590493" y="69850"/>
                </a:lnTo>
                <a:lnTo>
                  <a:pt x="3584079" y="77470"/>
                </a:lnTo>
                <a:lnTo>
                  <a:pt x="3577640" y="86360"/>
                </a:lnTo>
                <a:lnTo>
                  <a:pt x="3571595" y="93980"/>
                </a:lnTo>
                <a:lnTo>
                  <a:pt x="3571252" y="95250"/>
                </a:lnTo>
                <a:lnTo>
                  <a:pt x="3565944" y="102870"/>
                </a:lnTo>
                <a:lnTo>
                  <a:pt x="3565626" y="104140"/>
                </a:lnTo>
                <a:lnTo>
                  <a:pt x="3560419" y="113030"/>
                </a:lnTo>
                <a:lnTo>
                  <a:pt x="3555644" y="121920"/>
                </a:lnTo>
                <a:lnTo>
                  <a:pt x="3551567" y="130810"/>
                </a:lnTo>
                <a:lnTo>
                  <a:pt x="3551326" y="132080"/>
                </a:lnTo>
                <a:lnTo>
                  <a:pt x="3547668" y="140970"/>
                </a:lnTo>
                <a:lnTo>
                  <a:pt x="3547453" y="142240"/>
                </a:lnTo>
                <a:lnTo>
                  <a:pt x="3544062" y="152400"/>
                </a:lnTo>
                <a:lnTo>
                  <a:pt x="3541153" y="162560"/>
                </a:lnTo>
                <a:lnTo>
                  <a:pt x="3538880" y="171450"/>
                </a:lnTo>
                <a:lnTo>
                  <a:pt x="3538842" y="171767"/>
                </a:lnTo>
                <a:lnTo>
                  <a:pt x="3538753" y="172720"/>
                </a:lnTo>
                <a:lnTo>
                  <a:pt x="3536861" y="182880"/>
                </a:lnTo>
                <a:lnTo>
                  <a:pt x="3535515" y="194310"/>
                </a:lnTo>
                <a:lnTo>
                  <a:pt x="3535388" y="195592"/>
                </a:lnTo>
                <a:lnTo>
                  <a:pt x="3535273" y="196850"/>
                </a:lnTo>
                <a:lnTo>
                  <a:pt x="3535184" y="197751"/>
                </a:lnTo>
                <a:lnTo>
                  <a:pt x="3535032" y="199390"/>
                </a:lnTo>
                <a:lnTo>
                  <a:pt x="3534943" y="200660"/>
                </a:lnTo>
                <a:lnTo>
                  <a:pt x="3534854" y="201930"/>
                </a:lnTo>
                <a:lnTo>
                  <a:pt x="3534689" y="204470"/>
                </a:lnTo>
                <a:lnTo>
                  <a:pt x="3534638" y="205740"/>
                </a:lnTo>
                <a:lnTo>
                  <a:pt x="3534511" y="209550"/>
                </a:lnTo>
                <a:lnTo>
                  <a:pt x="3534486" y="648195"/>
                </a:lnTo>
                <a:lnTo>
                  <a:pt x="3514267" y="636879"/>
                </a:lnTo>
                <a:lnTo>
                  <a:pt x="3509607" y="634276"/>
                </a:lnTo>
                <a:lnTo>
                  <a:pt x="3509607" y="672553"/>
                </a:lnTo>
                <a:lnTo>
                  <a:pt x="3508997" y="639648"/>
                </a:lnTo>
                <a:lnTo>
                  <a:pt x="3509111" y="645718"/>
                </a:lnTo>
                <a:lnTo>
                  <a:pt x="3509607" y="672553"/>
                </a:lnTo>
                <a:lnTo>
                  <a:pt x="3509607" y="634276"/>
                </a:lnTo>
                <a:lnTo>
                  <a:pt x="3403117" y="574700"/>
                </a:lnTo>
                <a:lnTo>
                  <a:pt x="3400094" y="573341"/>
                </a:lnTo>
                <a:lnTo>
                  <a:pt x="3396869" y="572528"/>
                </a:lnTo>
                <a:lnTo>
                  <a:pt x="3393567" y="572287"/>
                </a:lnTo>
                <a:lnTo>
                  <a:pt x="3391141" y="572528"/>
                </a:lnTo>
                <a:lnTo>
                  <a:pt x="3390557" y="572528"/>
                </a:lnTo>
                <a:lnTo>
                  <a:pt x="3374771" y="591591"/>
                </a:lnTo>
                <a:lnTo>
                  <a:pt x="3375101" y="594893"/>
                </a:lnTo>
                <a:lnTo>
                  <a:pt x="3438499" y="638162"/>
                </a:lnTo>
                <a:lnTo>
                  <a:pt x="3020352" y="645718"/>
                </a:lnTo>
                <a:lnTo>
                  <a:pt x="3021038" y="683818"/>
                </a:lnTo>
                <a:lnTo>
                  <a:pt x="3439185" y="676262"/>
                </a:lnTo>
                <a:lnTo>
                  <a:pt x="3386340" y="708380"/>
                </a:lnTo>
                <a:lnTo>
                  <a:pt x="3377184" y="725093"/>
                </a:lnTo>
                <a:lnTo>
                  <a:pt x="3377552" y="728395"/>
                </a:lnTo>
                <a:lnTo>
                  <a:pt x="3396665" y="743699"/>
                </a:lnTo>
                <a:lnTo>
                  <a:pt x="3399967" y="743343"/>
                </a:lnTo>
                <a:lnTo>
                  <a:pt x="3403155" y="742403"/>
                </a:lnTo>
                <a:lnTo>
                  <a:pt x="3406127" y="740943"/>
                </a:lnTo>
                <a:lnTo>
                  <a:pt x="3534486" y="662914"/>
                </a:lnTo>
                <a:lnTo>
                  <a:pt x="3534486" y="1037590"/>
                </a:lnTo>
                <a:lnTo>
                  <a:pt x="3534702" y="1042670"/>
                </a:lnTo>
                <a:lnTo>
                  <a:pt x="3535057" y="1049020"/>
                </a:lnTo>
                <a:lnTo>
                  <a:pt x="3535565" y="1054100"/>
                </a:lnTo>
                <a:lnTo>
                  <a:pt x="3536861" y="1064260"/>
                </a:lnTo>
                <a:lnTo>
                  <a:pt x="3536962" y="1065530"/>
                </a:lnTo>
                <a:lnTo>
                  <a:pt x="3538753" y="1074420"/>
                </a:lnTo>
                <a:lnTo>
                  <a:pt x="3538880" y="1075690"/>
                </a:lnTo>
                <a:lnTo>
                  <a:pt x="3541153" y="1085850"/>
                </a:lnTo>
                <a:lnTo>
                  <a:pt x="3544062" y="1096010"/>
                </a:lnTo>
                <a:lnTo>
                  <a:pt x="3547453" y="1106170"/>
                </a:lnTo>
                <a:lnTo>
                  <a:pt x="3547668" y="1106170"/>
                </a:lnTo>
                <a:lnTo>
                  <a:pt x="3551326" y="1116330"/>
                </a:lnTo>
                <a:lnTo>
                  <a:pt x="3551567" y="1116330"/>
                </a:lnTo>
                <a:lnTo>
                  <a:pt x="3555644" y="1125220"/>
                </a:lnTo>
                <a:lnTo>
                  <a:pt x="3560419" y="1134110"/>
                </a:lnTo>
                <a:lnTo>
                  <a:pt x="3565626" y="1144270"/>
                </a:lnTo>
                <a:lnTo>
                  <a:pt x="3565944" y="1144270"/>
                </a:lnTo>
                <a:lnTo>
                  <a:pt x="3571252" y="1153160"/>
                </a:lnTo>
                <a:lnTo>
                  <a:pt x="3571595" y="1153160"/>
                </a:lnTo>
                <a:lnTo>
                  <a:pt x="3577272" y="1160780"/>
                </a:lnTo>
                <a:lnTo>
                  <a:pt x="3584079" y="1169670"/>
                </a:lnTo>
                <a:lnTo>
                  <a:pt x="3590493" y="1177290"/>
                </a:lnTo>
                <a:lnTo>
                  <a:pt x="3597656" y="1184910"/>
                </a:lnTo>
                <a:lnTo>
                  <a:pt x="3598075" y="1184910"/>
                </a:lnTo>
                <a:lnTo>
                  <a:pt x="3605606" y="1192530"/>
                </a:lnTo>
                <a:lnTo>
                  <a:pt x="3613010" y="1198880"/>
                </a:lnTo>
                <a:lnTo>
                  <a:pt x="3621671" y="1205230"/>
                </a:lnTo>
                <a:lnTo>
                  <a:pt x="3629660" y="1211580"/>
                </a:lnTo>
                <a:lnTo>
                  <a:pt x="3630168" y="1211580"/>
                </a:lnTo>
                <a:lnTo>
                  <a:pt x="3638448" y="1216660"/>
                </a:lnTo>
                <a:lnTo>
                  <a:pt x="3638969" y="1216660"/>
                </a:lnTo>
                <a:lnTo>
                  <a:pt x="3647821" y="1221625"/>
                </a:lnTo>
                <a:lnTo>
                  <a:pt x="3657396" y="1226820"/>
                </a:lnTo>
                <a:lnTo>
                  <a:pt x="3666439" y="1230630"/>
                </a:lnTo>
                <a:lnTo>
                  <a:pt x="3667010" y="1231900"/>
                </a:lnTo>
                <a:lnTo>
                  <a:pt x="3676269" y="1235710"/>
                </a:lnTo>
                <a:lnTo>
                  <a:pt x="3676853" y="1235710"/>
                </a:lnTo>
                <a:lnTo>
                  <a:pt x="3686937" y="1238250"/>
                </a:lnTo>
                <a:lnTo>
                  <a:pt x="3697224" y="1242060"/>
                </a:lnTo>
                <a:lnTo>
                  <a:pt x="3707092" y="1243330"/>
                </a:lnTo>
                <a:lnTo>
                  <a:pt x="3707714" y="1244600"/>
                </a:lnTo>
                <a:lnTo>
                  <a:pt x="3729075" y="1247140"/>
                </a:lnTo>
                <a:lnTo>
                  <a:pt x="3734562" y="1247140"/>
                </a:lnTo>
                <a:lnTo>
                  <a:pt x="3740073" y="1248410"/>
                </a:lnTo>
                <a:lnTo>
                  <a:pt x="6091313" y="1248410"/>
                </a:lnTo>
                <a:lnTo>
                  <a:pt x="6096838" y="1247140"/>
                </a:lnTo>
                <a:lnTo>
                  <a:pt x="6102477" y="1247140"/>
                </a:lnTo>
                <a:lnTo>
                  <a:pt x="6112675" y="1245870"/>
                </a:lnTo>
                <a:lnTo>
                  <a:pt x="6113310" y="1245870"/>
                </a:lnTo>
                <a:lnTo>
                  <a:pt x="6123356" y="1244600"/>
                </a:lnTo>
                <a:lnTo>
                  <a:pt x="6123978" y="1243330"/>
                </a:lnTo>
                <a:lnTo>
                  <a:pt x="6133846" y="1242060"/>
                </a:lnTo>
                <a:lnTo>
                  <a:pt x="6144133" y="1238250"/>
                </a:lnTo>
                <a:lnTo>
                  <a:pt x="6154217" y="1235710"/>
                </a:lnTo>
                <a:lnTo>
                  <a:pt x="6154801" y="1235710"/>
                </a:lnTo>
                <a:lnTo>
                  <a:pt x="6164059" y="1231900"/>
                </a:lnTo>
                <a:lnTo>
                  <a:pt x="6164631" y="1230630"/>
                </a:lnTo>
                <a:lnTo>
                  <a:pt x="6173673" y="1226820"/>
                </a:lnTo>
                <a:lnTo>
                  <a:pt x="6180671" y="1223010"/>
                </a:lnTo>
                <a:lnTo>
                  <a:pt x="6183236" y="1221625"/>
                </a:lnTo>
                <a:lnTo>
                  <a:pt x="6192101" y="1216660"/>
                </a:lnTo>
                <a:lnTo>
                  <a:pt x="6192621" y="1216660"/>
                </a:lnTo>
                <a:lnTo>
                  <a:pt x="6200902" y="1211580"/>
                </a:lnTo>
                <a:lnTo>
                  <a:pt x="6201410" y="1211580"/>
                </a:lnTo>
                <a:lnTo>
                  <a:pt x="6209398" y="1205230"/>
                </a:lnTo>
                <a:lnTo>
                  <a:pt x="6218059" y="1198880"/>
                </a:lnTo>
                <a:lnTo>
                  <a:pt x="6225464" y="1192530"/>
                </a:lnTo>
                <a:lnTo>
                  <a:pt x="6232995" y="1184910"/>
                </a:lnTo>
                <a:lnTo>
                  <a:pt x="6233414" y="1184910"/>
                </a:lnTo>
                <a:lnTo>
                  <a:pt x="6238189" y="1179830"/>
                </a:lnTo>
                <a:lnTo>
                  <a:pt x="6240577" y="1177290"/>
                </a:lnTo>
                <a:lnTo>
                  <a:pt x="6246990" y="1169670"/>
                </a:lnTo>
                <a:lnTo>
                  <a:pt x="6253797" y="1160780"/>
                </a:lnTo>
                <a:lnTo>
                  <a:pt x="6259474" y="1153160"/>
                </a:lnTo>
                <a:lnTo>
                  <a:pt x="6259817" y="1153160"/>
                </a:lnTo>
                <a:lnTo>
                  <a:pt x="6263602" y="1146810"/>
                </a:lnTo>
                <a:lnTo>
                  <a:pt x="6265126" y="1144270"/>
                </a:lnTo>
                <a:lnTo>
                  <a:pt x="6265443" y="1144270"/>
                </a:lnTo>
                <a:lnTo>
                  <a:pt x="6268047" y="1139190"/>
                </a:lnTo>
                <a:lnTo>
                  <a:pt x="6270650" y="1134110"/>
                </a:lnTo>
                <a:lnTo>
                  <a:pt x="6272009" y="1131570"/>
                </a:lnTo>
                <a:lnTo>
                  <a:pt x="6275425" y="1125220"/>
                </a:lnTo>
                <a:lnTo>
                  <a:pt x="6279502" y="1116330"/>
                </a:lnTo>
                <a:lnTo>
                  <a:pt x="6279743" y="1116330"/>
                </a:lnTo>
                <a:lnTo>
                  <a:pt x="6280201" y="1115060"/>
                </a:lnTo>
                <a:lnTo>
                  <a:pt x="6283401" y="1106170"/>
                </a:lnTo>
                <a:lnTo>
                  <a:pt x="6283617" y="1106170"/>
                </a:lnTo>
                <a:lnTo>
                  <a:pt x="6287008" y="1096010"/>
                </a:lnTo>
                <a:lnTo>
                  <a:pt x="6289916" y="1085850"/>
                </a:lnTo>
                <a:lnTo>
                  <a:pt x="6292189" y="1075690"/>
                </a:lnTo>
                <a:lnTo>
                  <a:pt x="6292316" y="1074420"/>
                </a:lnTo>
                <a:lnTo>
                  <a:pt x="6293015" y="1070610"/>
                </a:lnTo>
                <a:lnTo>
                  <a:pt x="6296431" y="1041400"/>
                </a:lnTo>
                <a:lnTo>
                  <a:pt x="6296584" y="1037590"/>
                </a:lnTo>
                <a:lnTo>
                  <a:pt x="6296584" y="2095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278504" y="2475229"/>
            <a:ext cx="189166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Tasks: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Missing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Value </a:t>
            </a:r>
            <a:r>
              <a:rPr sz="1800" spc="-10" dirty="0">
                <a:latin typeface="Calibri"/>
                <a:cs typeface="Calibri"/>
              </a:rPr>
              <a:t>Handling,Feature Encoding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55715" y="2106929"/>
            <a:ext cx="1835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MODEL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INFERENCE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130836" y="2401569"/>
            <a:ext cx="2774950" cy="2479675"/>
          </a:xfrm>
          <a:custGeom>
            <a:avLst/>
            <a:gdLst/>
            <a:ahLst/>
            <a:cxnLst/>
            <a:rect l="l" t="t" r="r" b="b"/>
            <a:pathLst>
              <a:path w="2774950" h="2479675">
                <a:moveTo>
                  <a:pt x="2761792" y="38100"/>
                </a:moveTo>
                <a:lnTo>
                  <a:pt x="2761615" y="0"/>
                </a:lnTo>
                <a:lnTo>
                  <a:pt x="0" y="13335"/>
                </a:lnTo>
                <a:lnTo>
                  <a:pt x="177" y="51435"/>
                </a:lnTo>
                <a:lnTo>
                  <a:pt x="2761792" y="38100"/>
                </a:lnTo>
                <a:close/>
              </a:path>
              <a:path w="2774950" h="2479675">
                <a:moveTo>
                  <a:pt x="2774327" y="1374216"/>
                </a:moveTo>
                <a:lnTo>
                  <a:pt x="2774099" y="1374216"/>
                </a:lnTo>
                <a:lnTo>
                  <a:pt x="2773718" y="1361516"/>
                </a:lnTo>
                <a:lnTo>
                  <a:pt x="2773210" y="1361516"/>
                </a:lnTo>
                <a:lnTo>
                  <a:pt x="2772549" y="1348816"/>
                </a:lnTo>
                <a:lnTo>
                  <a:pt x="2771711" y="1348816"/>
                </a:lnTo>
                <a:lnTo>
                  <a:pt x="2769819" y="1336116"/>
                </a:lnTo>
                <a:lnTo>
                  <a:pt x="2769692" y="1336116"/>
                </a:lnTo>
                <a:lnTo>
                  <a:pt x="2767279" y="1323416"/>
                </a:lnTo>
                <a:lnTo>
                  <a:pt x="2764205" y="1310716"/>
                </a:lnTo>
                <a:lnTo>
                  <a:pt x="2760624" y="1298016"/>
                </a:lnTo>
                <a:lnTo>
                  <a:pt x="2756535" y="1298016"/>
                </a:lnTo>
                <a:lnTo>
                  <a:pt x="2756293" y="1285316"/>
                </a:lnTo>
                <a:lnTo>
                  <a:pt x="2751696" y="1285316"/>
                </a:lnTo>
                <a:lnTo>
                  <a:pt x="2749004" y="1278572"/>
                </a:lnTo>
                <a:lnTo>
                  <a:pt x="2749004" y="2250516"/>
                </a:lnTo>
                <a:lnTo>
                  <a:pt x="2748737" y="2250516"/>
                </a:lnTo>
                <a:lnTo>
                  <a:pt x="2748394" y="2263216"/>
                </a:lnTo>
                <a:lnTo>
                  <a:pt x="2747937" y="2263216"/>
                </a:lnTo>
                <a:lnTo>
                  <a:pt x="2747353" y="2275916"/>
                </a:lnTo>
                <a:lnTo>
                  <a:pt x="2746641" y="2275916"/>
                </a:lnTo>
                <a:lnTo>
                  <a:pt x="2744813" y="2288616"/>
                </a:lnTo>
                <a:lnTo>
                  <a:pt x="2742527" y="2301316"/>
                </a:lnTo>
                <a:lnTo>
                  <a:pt x="2739961" y="2301316"/>
                </a:lnTo>
                <a:lnTo>
                  <a:pt x="2736558" y="2314016"/>
                </a:lnTo>
                <a:lnTo>
                  <a:pt x="2736773" y="2314016"/>
                </a:lnTo>
                <a:lnTo>
                  <a:pt x="2732900" y="2326716"/>
                </a:lnTo>
                <a:lnTo>
                  <a:pt x="2733154" y="2326716"/>
                </a:lnTo>
                <a:lnTo>
                  <a:pt x="2728823" y="2339416"/>
                </a:lnTo>
                <a:lnTo>
                  <a:pt x="2729090" y="2326716"/>
                </a:lnTo>
                <a:lnTo>
                  <a:pt x="2724315" y="2339416"/>
                </a:lnTo>
                <a:lnTo>
                  <a:pt x="2724607" y="2339416"/>
                </a:lnTo>
                <a:lnTo>
                  <a:pt x="2719413" y="2352116"/>
                </a:lnTo>
                <a:lnTo>
                  <a:pt x="2719730" y="2352116"/>
                </a:lnTo>
                <a:lnTo>
                  <a:pt x="2714104" y="2364816"/>
                </a:lnTo>
                <a:lnTo>
                  <a:pt x="2708783" y="2364816"/>
                </a:lnTo>
                <a:lnTo>
                  <a:pt x="2702369" y="2377516"/>
                </a:lnTo>
                <a:lnTo>
                  <a:pt x="2696375" y="2377516"/>
                </a:lnTo>
                <a:lnTo>
                  <a:pt x="2689212" y="2390216"/>
                </a:lnTo>
                <a:lnTo>
                  <a:pt x="2682583" y="2390216"/>
                </a:lnTo>
                <a:lnTo>
                  <a:pt x="2674747" y="2402916"/>
                </a:lnTo>
                <a:lnTo>
                  <a:pt x="2667533" y="2402916"/>
                </a:lnTo>
                <a:lnTo>
                  <a:pt x="2659062" y="2415616"/>
                </a:lnTo>
                <a:lnTo>
                  <a:pt x="2651328" y="2415616"/>
                </a:lnTo>
                <a:lnTo>
                  <a:pt x="2642273" y="2428316"/>
                </a:lnTo>
                <a:lnTo>
                  <a:pt x="2625052" y="2428316"/>
                </a:lnTo>
                <a:lnTo>
                  <a:pt x="2615234" y="2441016"/>
                </a:lnTo>
                <a:lnTo>
                  <a:pt x="2571673" y="2441016"/>
                </a:lnTo>
                <a:lnTo>
                  <a:pt x="2566251" y="2453716"/>
                </a:lnTo>
                <a:lnTo>
                  <a:pt x="364451" y="2453716"/>
                </a:lnTo>
                <a:lnTo>
                  <a:pt x="359029" y="2441016"/>
                </a:lnTo>
                <a:lnTo>
                  <a:pt x="315468" y="2441016"/>
                </a:lnTo>
                <a:lnTo>
                  <a:pt x="305650" y="2428316"/>
                </a:lnTo>
                <a:lnTo>
                  <a:pt x="288429" y="2428316"/>
                </a:lnTo>
                <a:lnTo>
                  <a:pt x="279374" y="2415616"/>
                </a:lnTo>
                <a:lnTo>
                  <a:pt x="271640" y="2415616"/>
                </a:lnTo>
                <a:lnTo>
                  <a:pt x="263169" y="2402916"/>
                </a:lnTo>
                <a:lnTo>
                  <a:pt x="255955" y="2402916"/>
                </a:lnTo>
                <a:lnTo>
                  <a:pt x="248119" y="2390216"/>
                </a:lnTo>
                <a:lnTo>
                  <a:pt x="241490" y="2390216"/>
                </a:lnTo>
                <a:lnTo>
                  <a:pt x="234327" y="2377516"/>
                </a:lnTo>
                <a:lnTo>
                  <a:pt x="228333" y="2377516"/>
                </a:lnTo>
                <a:lnTo>
                  <a:pt x="221919" y="2364816"/>
                </a:lnTo>
                <a:lnTo>
                  <a:pt x="216598" y="2364816"/>
                </a:lnTo>
                <a:lnTo>
                  <a:pt x="210972" y="2352116"/>
                </a:lnTo>
                <a:lnTo>
                  <a:pt x="211289" y="2352116"/>
                </a:lnTo>
                <a:lnTo>
                  <a:pt x="206095" y="2339416"/>
                </a:lnTo>
                <a:lnTo>
                  <a:pt x="206387" y="2339416"/>
                </a:lnTo>
                <a:lnTo>
                  <a:pt x="201612" y="2326716"/>
                </a:lnTo>
                <a:lnTo>
                  <a:pt x="201879" y="2339416"/>
                </a:lnTo>
                <a:lnTo>
                  <a:pt x="197548" y="2326716"/>
                </a:lnTo>
                <a:lnTo>
                  <a:pt x="197802" y="2326716"/>
                </a:lnTo>
                <a:lnTo>
                  <a:pt x="193929" y="2314016"/>
                </a:lnTo>
                <a:lnTo>
                  <a:pt x="194144" y="2314016"/>
                </a:lnTo>
                <a:lnTo>
                  <a:pt x="190741" y="2301316"/>
                </a:lnTo>
                <a:lnTo>
                  <a:pt x="188175" y="2301316"/>
                </a:lnTo>
                <a:lnTo>
                  <a:pt x="185762" y="2288616"/>
                </a:lnTo>
                <a:lnTo>
                  <a:pt x="183984" y="2275916"/>
                </a:lnTo>
                <a:lnTo>
                  <a:pt x="183311" y="2275916"/>
                </a:lnTo>
                <a:lnTo>
                  <a:pt x="182727" y="2263216"/>
                </a:lnTo>
                <a:lnTo>
                  <a:pt x="182283" y="2263216"/>
                </a:lnTo>
                <a:lnTo>
                  <a:pt x="181952" y="2250516"/>
                </a:lnTo>
                <a:lnTo>
                  <a:pt x="181762" y="2250516"/>
                </a:lnTo>
                <a:lnTo>
                  <a:pt x="181762" y="1374216"/>
                </a:lnTo>
                <a:lnTo>
                  <a:pt x="181965" y="1374216"/>
                </a:lnTo>
                <a:lnTo>
                  <a:pt x="182308" y="1361516"/>
                </a:lnTo>
                <a:lnTo>
                  <a:pt x="182765" y="1361516"/>
                </a:lnTo>
                <a:lnTo>
                  <a:pt x="183349" y="1348816"/>
                </a:lnTo>
                <a:lnTo>
                  <a:pt x="184061" y="1348816"/>
                </a:lnTo>
                <a:lnTo>
                  <a:pt x="185889" y="1336116"/>
                </a:lnTo>
                <a:lnTo>
                  <a:pt x="188175" y="1323416"/>
                </a:lnTo>
                <a:lnTo>
                  <a:pt x="188023" y="1336116"/>
                </a:lnTo>
                <a:lnTo>
                  <a:pt x="190931" y="1323416"/>
                </a:lnTo>
                <a:lnTo>
                  <a:pt x="190741" y="1323416"/>
                </a:lnTo>
                <a:lnTo>
                  <a:pt x="194144" y="1310716"/>
                </a:lnTo>
                <a:lnTo>
                  <a:pt x="193929" y="1310716"/>
                </a:lnTo>
                <a:lnTo>
                  <a:pt x="197802" y="1298016"/>
                </a:lnTo>
                <a:lnTo>
                  <a:pt x="201612" y="1298016"/>
                </a:lnTo>
                <a:lnTo>
                  <a:pt x="206387" y="1285316"/>
                </a:lnTo>
                <a:lnTo>
                  <a:pt x="206095" y="1285316"/>
                </a:lnTo>
                <a:lnTo>
                  <a:pt x="211289" y="1272616"/>
                </a:lnTo>
                <a:lnTo>
                  <a:pt x="216255" y="1272616"/>
                </a:lnTo>
                <a:lnTo>
                  <a:pt x="222288" y="1259916"/>
                </a:lnTo>
                <a:lnTo>
                  <a:pt x="221919" y="1259916"/>
                </a:lnTo>
                <a:lnTo>
                  <a:pt x="228333" y="1247216"/>
                </a:lnTo>
                <a:lnTo>
                  <a:pt x="234327" y="1247216"/>
                </a:lnTo>
                <a:lnTo>
                  <a:pt x="241490" y="1234516"/>
                </a:lnTo>
                <a:lnTo>
                  <a:pt x="248119" y="1234516"/>
                </a:lnTo>
                <a:lnTo>
                  <a:pt x="255955" y="1221816"/>
                </a:lnTo>
                <a:lnTo>
                  <a:pt x="263169" y="1221816"/>
                </a:lnTo>
                <a:lnTo>
                  <a:pt x="271640" y="1209116"/>
                </a:lnTo>
                <a:lnTo>
                  <a:pt x="279374" y="1209116"/>
                </a:lnTo>
                <a:lnTo>
                  <a:pt x="288429" y="1196416"/>
                </a:lnTo>
                <a:lnTo>
                  <a:pt x="305650" y="1196416"/>
                </a:lnTo>
                <a:lnTo>
                  <a:pt x="315468" y="1183716"/>
                </a:lnTo>
                <a:lnTo>
                  <a:pt x="374472" y="1183716"/>
                </a:lnTo>
                <a:lnTo>
                  <a:pt x="379996" y="1171016"/>
                </a:lnTo>
                <a:lnTo>
                  <a:pt x="2550693" y="1171016"/>
                </a:lnTo>
                <a:lnTo>
                  <a:pt x="2556230" y="1183716"/>
                </a:lnTo>
                <a:lnTo>
                  <a:pt x="2615234" y="1183716"/>
                </a:lnTo>
                <a:lnTo>
                  <a:pt x="2625052" y="1196416"/>
                </a:lnTo>
                <a:lnTo>
                  <a:pt x="2642273" y="1196416"/>
                </a:lnTo>
                <a:lnTo>
                  <a:pt x="2651328" y="1209116"/>
                </a:lnTo>
                <a:lnTo>
                  <a:pt x="2659062" y="1209116"/>
                </a:lnTo>
                <a:lnTo>
                  <a:pt x="2667533" y="1221816"/>
                </a:lnTo>
                <a:lnTo>
                  <a:pt x="2674747" y="1221816"/>
                </a:lnTo>
                <a:lnTo>
                  <a:pt x="2682583" y="1234516"/>
                </a:lnTo>
                <a:lnTo>
                  <a:pt x="2689212" y="1234516"/>
                </a:lnTo>
                <a:lnTo>
                  <a:pt x="2696375" y="1247216"/>
                </a:lnTo>
                <a:lnTo>
                  <a:pt x="2702369" y="1247216"/>
                </a:lnTo>
                <a:lnTo>
                  <a:pt x="2708783" y="1259916"/>
                </a:lnTo>
                <a:lnTo>
                  <a:pt x="2708414" y="1259916"/>
                </a:lnTo>
                <a:lnTo>
                  <a:pt x="2714447" y="1272616"/>
                </a:lnTo>
                <a:lnTo>
                  <a:pt x="2719413" y="1272616"/>
                </a:lnTo>
                <a:lnTo>
                  <a:pt x="2724607" y="1285316"/>
                </a:lnTo>
                <a:lnTo>
                  <a:pt x="2724315" y="1285316"/>
                </a:lnTo>
                <a:lnTo>
                  <a:pt x="2729090" y="1298016"/>
                </a:lnTo>
                <a:lnTo>
                  <a:pt x="2732900" y="1298016"/>
                </a:lnTo>
                <a:lnTo>
                  <a:pt x="2736773" y="1310716"/>
                </a:lnTo>
                <a:lnTo>
                  <a:pt x="2736558" y="1310716"/>
                </a:lnTo>
                <a:lnTo>
                  <a:pt x="2739961" y="1323416"/>
                </a:lnTo>
                <a:lnTo>
                  <a:pt x="2739771" y="1323416"/>
                </a:lnTo>
                <a:lnTo>
                  <a:pt x="2742679" y="1336116"/>
                </a:lnTo>
                <a:lnTo>
                  <a:pt x="2742527" y="1323416"/>
                </a:lnTo>
                <a:lnTo>
                  <a:pt x="2744940" y="1336116"/>
                </a:lnTo>
                <a:lnTo>
                  <a:pt x="2746705" y="1348816"/>
                </a:lnTo>
                <a:lnTo>
                  <a:pt x="2747391" y="1348816"/>
                </a:lnTo>
                <a:lnTo>
                  <a:pt x="2747975" y="1361516"/>
                </a:lnTo>
                <a:lnTo>
                  <a:pt x="2748419" y="1361516"/>
                </a:lnTo>
                <a:lnTo>
                  <a:pt x="2748750" y="1374216"/>
                </a:lnTo>
                <a:lnTo>
                  <a:pt x="2748940" y="1374216"/>
                </a:lnTo>
                <a:lnTo>
                  <a:pt x="2748953" y="1584159"/>
                </a:lnTo>
                <a:lnTo>
                  <a:pt x="183210" y="1551305"/>
                </a:lnTo>
                <a:lnTo>
                  <a:pt x="182727" y="1589405"/>
                </a:lnTo>
                <a:lnTo>
                  <a:pt x="2748953" y="1622272"/>
                </a:lnTo>
                <a:lnTo>
                  <a:pt x="2749004" y="2250516"/>
                </a:lnTo>
                <a:lnTo>
                  <a:pt x="2749004" y="1278572"/>
                </a:lnTo>
                <a:lnTo>
                  <a:pt x="2746629" y="1272616"/>
                </a:lnTo>
                <a:lnTo>
                  <a:pt x="2741422" y="1259916"/>
                </a:lnTo>
                <a:lnTo>
                  <a:pt x="2741104" y="1259916"/>
                </a:lnTo>
                <a:lnTo>
                  <a:pt x="2735491" y="1247216"/>
                </a:lnTo>
                <a:lnTo>
                  <a:pt x="2728760" y="1247216"/>
                </a:lnTo>
                <a:lnTo>
                  <a:pt x="2715158" y="1221816"/>
                </a:lnTo>
                <a:lnTo>
                  <a:pt x="2707170" y="1221816"/>
                </a:lnTo>
                <a:lnTo>
                  <a:pt x="2699220" y="1209116"/>
                </a:lnTo>
                <a:lnTo>
                  <a:pt x="2691371" y="1209116"/>
                </a:lnTo>
                <a:lnTo>
                  <a:pt x="2682748" y="1196416"/>
                </a:lnTo>
                <a:lnTo>
                  <a:pt x="2673273" y="1196416"/>
                </a:lnTo>
                <a:lnTo>
                  <a:pt x="2664510" y="1183716"/>
                </a:lnTo>
                <a:lnTo>
                  <a:pt x="2654935" y="1183716"/>
                </a:lnTo>
                <a:lnTo>
                  <a:pt x="2645079" y="1171016"/>
                </a:lnTo>
                <a:lnTo>
                  <a:pt x="2623972" y="1171016"/>
                </a:lnTo>
                <a:lnTo>
                  <a:pt x="2613329" y="1158316"/>
                </a:lnTo>
                <a:lnTo>
                  <a:pt x="1400632" y="1158316"/>
                </a:lnTo>
                <a:lnTo>
                  <a:pt x="1415326" y="1133132"/>
                </a:lnTo>
                <a:lnTo>
                  <a:pt x="1476413" y="1028433"/>
                </a:lnTo>
                <a:lnTo>
                  <a:pt x="1477822" y="1025423"/>
                </a:lnTo>
                <a:lnTo>
                  <a:pt x="1478699" y="1022223"/>
                </a:lnTo>
                <a:lnTo>
                  <a:pt x="1479003" y="1018921"/>
                </a:lnTo>
                <a:lnTo>
                  <a:pt x="1478724" y="1015606"/>
                </a:lnTo>
                <a:lnTo>
                  <a:pt x="1477886" y="1012393"/>
                </a:lnTo>
                <a:lnTo>
                  <a:pt x="1476489" y="1009383"/>
                </a:lnTo>
                <a:lnTo>
                  <a:pt x="1476375" y="1009230"/>
                </a:lnTo>
                <a:lnTo>
                  <a:pt x="1474470" y="1006525"/>
                </a:lnTo>
                <a:lnTo>
                  <a:pt x="1472107" y="1004189"/>
                </a:lnTo>
                <a:lnTo>
                  <a:pt x="1469390" y="1002296"/>
                </a:lnTo>
                <a:lnTo>
                  <a:pt x="1466303" y="1000899"/>
                </a:lnTo>
                <a:lnTo>
                  <a:pt x="1463243" y="1000061"/>
                </a:lnTo>
                <a:lnTo>
                  <a:pt x="1463065" y="1000061"/>
                </a:lnTo>
                <a:lnTo>
                  <a:pt x="1460042" y="999782"/>
                </a:lnTo>
                <a:lnTo>
                  <a:pt x="1412328" y="1062659"/>
                </a:lnTo>
                <a:lnTo>
                  <a:pt x="1412328" y="810895"/>
                </a:lnTo>
                <a:lnTo>
                  <a:pt x="1374228" y="810895"/>
                </a:lnTo>
                <a:lnTo>
                  <a:pt x="1374228" y="1062659"/>
                </a:lnTo>
                <a:lnTo>
                  <a:pt x="1374228" y="1133132"/>
                </a:lnTo>
                <a:lnTo>
                  <a:pt x="1374216" y="1062659"/>
                </a:lnTo>
                <a:lnTo>
                  <a:pt x="1343063" y="1009230"/>
                </a:lnTo>
                <a:lnTo>
                  <a:pt x="1326515" y="999782"/>
                </a:lnTo>
                <a:lnTo>
                  <a:pt x="1323479" y="1000061"/>
                </a:lnTo>
                <a:lnTo>
                  <a:pt x="1323301" y="1000061"/>
                </a:lnTo>
                <a:lnTo>
                  <a:pt x="1307553" y="1018921"/>
                </a:lnTo>
                <a:lnTo>
                  <a:pt x="1307858" y="1022223"/>
                </a:lnTo>
                <a:lnTo>
                  <a:pt x="1308735" y="1025423"/>
                </a:lnTo>
                <a:lnTo>
                  <a:pt x="1310144" y="1028433"/>
                </a:lnTo>
                <a:lnTo>
                  <a:pt x="1385912" y="1158316"/>
                </a:lnTo>
                <a:lnTo>
                  <a:pt x="317373" y="1158316"/>
                </a:lnTo>
                <a:lnTo>
                  <a:pt x="306730" y="1171016"/>
                </a:lnTo>
                <a:lnTo>
                  <a:pt x="285623" y="1171016"/>
                </a:lnTo>
                <a:lnTo>
                  <a:pt x="275767" y="1183716"/>
                </a:lnTo>
                <a:lnTo>
                  <a:pt x="266192" y="1183716"/>
                </a:lnTo>
                <a:lnTo>
                  <a:pt x="257429" y="1196416"/>
                </a:lnTo>
                <a:lnTo>
                  <a:pt x="247954" y="1196416"/>
                </a:lnTo>
                <a:lnTo>
                  <a:pt x="239331" y="1209116"/>
                </a:lnTo>
                <a:lnTo>
                  <a:pt x="231482" y="1209116"/>
                </a:lnTo>
                <a:lnTo>
                  <a:pt x="223532" y="1221816"/>
                </a:lnTo>
                <a:lnTo>
                  <a:pt x="215544" y="1221816"/>
                </a:lnTo>
                <a:lnTo>
                  <a:pt x="201942" y="1247216"/>
                </a:lnTo>
                <a:lnTo>
                  <a:pt x="195211" y="1247216"/>
                </a:lnTo>
                <a:lnTo>
                  <a:pt x="189598" y="1259916"/>
                </a:lnTo>
                <a:lnTo>
                  <a:pt x="189280" y="1259916"/>
                </a:lnTo>
                <a:lnTo>
                  <a:pt x="184073" y="1272616"/>
                </a:lnTo>
                <a:lnTo>
                  <a:pt x="179006" y="1285316"/>
                </a:lnTo>
                <a:lnTo>
                  <a:pt x="174409" y="1285316"/>
                </a:lnTo>
                <a:lnTo>
                  <a:pt x="174167" y="1298016"/>
                </a:lnTo>
                <a:lnTo>
                  <a:pt x="170078" y="1298016"/>
                </a:lnTo>
                <a:lnTo>
                  <a:pt x="166497" y="1310716"/>
                </a:lnTo>
                <a:lnTo>
                  <a:pt x="163423" y="1323416"/>
                </a:lnTo>
                <a:lnTo>
                  <a:pt x="161010" y="1336116"/>
                </a:lnTo>
                <a:lnTo>
                  <a:pt x="158915" y="1348816"/>
                </a:lnTo>
                <a:lnTo>
                  <a:pt x="158115" y="1348816"/>
                </a:lnTo>
                <a:lnTo>
                  <a:pt x="157467" y="1361516"/>
                </a:lnTo>
                <a:lnTo>
                  <a:pt x="156959" y="1361516"/>
                </a:lnTo>
                <a:lnTo>
                  <a:pt x="156591" y="1374216"/>
                </a:lnTo>
                <a:lnTo>
                  <a:pt x="156375" y="1374216"/>
                </a:lnTo>
                <a:lnTo>
                  <a:pt x="156375" y="2250516"/>
                </a:lnTo>
                <a:lnTo>
                  <a:pt x="156603" y="2263216"/>
                </a:lnTo>
                <a:lnTo>
                  <a:pt x="157492" y="2263216"/>
                </a:lnTo>
                <a:lnTo>
                  <a:pt x="158153" y="2275916"/>
                </a:lnTo>
                <a:lnTo>
                  <a:pt x="158991" y="2275916"/>
                </a:lnTo>
                <a:lnTo>
                  <a:pt x="160883" y="2288616"/>
                </a:lnTo>
                <a:lnTo>
                  <a:pt x="163423" y="2301316"/>
                </a:lnTo>
                <a:lnTo>
                  <a:pt x="166497" y="2314016"/>
                </a:lnTo>
                <a:lnTo>
                  <a:pt x="170078" y="2326716"/>
                </a:lnTo>
                <a:lnTo>
                  <a:pt x="170294" y="2326716"/>
                </a:lnTo>
                <a:lnTo>
                  <a:pt x="174167" y="2339416"/>
                </a:lnTo>
                <a:lnTo>
                  <a:pt x="179006" y="2339416"/>
                </a:lnTo>
                <a:lnTo>
                  <a:pt x="184073" y="2352116"/>
                </a:lnTo>
                <a:lnTo>
                  <a:pt x="189280" y="2364816"/>
                </a:lnTo>
                <a:lnTo>
                  <a:pt x="189598" y="2364816"/>
                </a:lnTo>
                <a:lnTo>
                  <a:pt x="195211" y="2377516"/>
                </a:lnTo>
                <a:lnTo>
                  <a:pt x="201942" y="2377516"/>
                </a:lnTo>
                <a:lnTo>
                  <a:pt x="215544" y="2402916"/>
                </a:lnTo>
                <a:lnTo>
                  <a:pt x="223532" y="2402916"/>
                </a:lnTo>
                <a:lnTo>
                  <a:pt x="231482" y="2415616"/>
                </a:lnTo>
                <a:lnTo>
                  <a:pt x="239801" y="2415616"/>
                </a:lnTo>
                <a:lnTo>
                  <a:pt x="247954" y="2428316"/>
                </a:lnTo>
                <a:lnTo>
                  <a:pt x="256921" y="2441016"/>
                </a:lnTo>
                <a:lnTo>
                  <a:pt x="275767" y="2441016"/>
                </a:lnTo>
                <a:lnTo>
                  <a:pt x="285623" y="2453716"/>
                </a:lnTo>
                <a:lnTo>
                  <a:pt x="306146" y="2453716"/>
                </a:lnTo>
                <a:lnTo>
                  <a:pt x="306730" y="2466416"/>
                </a:lnTo>
                <a:lnTo>
                  <a:pt x="356146" y="2466416"/>
                </a:lnTo>
                <a:lnTo>
                  <a:pt x="361886" y="2479116"/>
                </a:lnTo>
                <a:lnTo>
                  <a:pt x="2569133" y="2479116"/>
                </a:lnTo>
                <a:lnTo>
                  <a:pt x="2574874" y="2466416"/>
                </a:lnTo>
                <a:lnTo>
                  <a:pt x="2623972" y="2466416"/>
                </a:lnTo>
                <a:lnTo>
                  <a:pt x="2624556" y="2453716"/>
                </a:lnTo>
                <a:lnTo>
                  <a:pt x="2645079" y="2453716"/>
                </a:lnTo>
                <a:lnTo>
                  <a:pt x="2654935" y="2441016"/>
                </a:lnTo>
                <a:lnTo>
                  <a:pt x="2673781" y="2441016"/>
                </a:lnTo>
                <a:lnTo>
                  <a:pt x="2682748" y="2428316"/>
                </a:lnTo>
                <a:lnTo>
                  <a:pt x="2690901" y="2415616"/>
                </a:lnTo>
                <a:lnTo>
                  <a:pt x="2699220" y="2415616"/>
                </a:lnTo>
                <a:lnTo>
                  <a:pt x="2707170" y="2402916"/>
                </a:lnTo>
                <a:lnTo>
                  <a:pt x="2715158" y="2402916"/>
                </a:lnTo>
                <a:lnTo>
                  <a:pt x="2728760" y="2377516"/>
                </a:lnTo>
                <a:lnTo>
                  <a:pt x="2735491" y="2377516"/>
                </a:lnTo>
                <a:lnTo>
                  <a:pt x="2741104" y="2364816"/>
                </a:lnTo>
                <a:lnTo>
                  <a:pt x="2741422" y="2364816"/>
                </a:lnTo>
                <a:lnTo>
                  <a:pt x="2746629" y="2352116"/>
                </a:lnTo>
                <a:lnTo>
                  <a:pt x="2751696" y="2339416"/>
                </a:lnTo>
                <a:lnTo>
                  <a:pt x="2756535" y="2339416"/>
                </a:lnTo>
                <a:lnTo>
                  <a:pt x="2760408" y="2326716"/>
                </a:lnTo>
                <a:lnTo>
                  <a:pt x="2760624" y="2326716"/>
                </a:lnTo>
                <a:lnTo>
                  <a:pt x="2764205" y="2314016"/>
                </a:lnTo>
                <a:lnTo>
                  <a:pt x="2767279" y="2301316"/>
                </a:lnTo>
                <a:lnTo>
                  <a:pt x="2769692" y="2288616"/>
                </a:lnTo>
                <a:lnTo>
                  <a:pt x="2769819" y="2288616"/>
                </a:lnTo>
                <a:lnTo>
                  <a:pt x="2771787" y="2275916"/>
                </a:lnTo>
                <a:lnTo>
                  <a:pt x="2772587" y="2275916"/>
                </a:lnTo>
                <a:lnTo>
                  <a:pt x="2773235" y="2263216"/>
                </a:lnTo>
                <a:lnTo>
                  <a:pt x="2773743" y="2263216"/>
                </a:lnTo>
                <a:lnTo>
                  <a:pt x="2774111" y="2250516"/>
                </a:lnTo>
                <a:lnTo>
                  <a:pt x="2774327" y="2250516"/>
                </a:lnTo>
                <a:lnTo>
                  <a:pt x="2774327" y="13742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304279" y="2543175"/>
            <a:ext cx="23647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Serialized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Random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Forest Classifier(.pkl)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19215" y="3533139"/>
            <a:ext cx="1800225" cy="110236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1100"/>
              </a:spcBef>
            </a:pPr>
            <a:r>
              <a:rPr sz="1800" b="1" dirty="0">
                <a:latin typeface="Calibri"/>
                <a:cs typeface="Calibri"/>
              </a:rPr>
              <a:t>RISK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PREDICTION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latin typeface="Calibri"/>
                <a:cs typeface="Calibri"/>
              </a:rPr>
              <a:t>ML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Logic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Processes </a:t>
            </a:r>
            <a:r>
              <a:rPr sz="1800" dirty="0">
                <a:latin typeface="Calibri"/>
                <a:cs typeface="Calibri"/>
              </a:rPr>
              <a:t>Student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Metrices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359588" y="5288356"/>
            <a:ext cx="2545715" cy="1248410"/>
          </a:xfrm>
          <a:custGeom>
            <a:avLst/>
            <a:gdLst/>
            <a:ahLst/>
            <a:cxnLst/>
            <a:rect l="l" t="t" r="r" b="b"/>
            <a:pathLst>
              <a:path w="2545715" h="1248409">
                <a:moveTo>
                  <a:pt x="2372258" y="3810"/>
                </a:moveTo>
                <a:lnTo>
                  <a:pt x="173329" y="3810"/>
                </a:lnTo>
                <a:lnTo>
                  <a:pt x="183375" y="1270"/>
                </a:lnTo>
                <a:lnTo>
                  <a:pt x="184010" y="1270"/>
                </a:lnTo>
                <a:lnTo>
                  <a:pt x="194221" y="0"/>
                </a:lnTo>
                <a:lnTo>
                  <a:pt x="2350897" y="0"/>
                </a:lnTo>
                <a:lnTo>
                  <a:pt x="2361577" y="1270"/>
                </a:lnTo>
                <a:lnTo>
                  <a:pt x="2372258" y="3810"/>
                </a:lnTo>
                <a:close/>
              </a:path>
              <a:path w="2545715" h="1248409">
                <a:moveTo>
                  <a:pt x="2393048" y="8889"/>
                </a:moveTo>
                <a:lnTo>
                  <a:pt x="152539" y="8889"/>
                </a:lnTo>
                <a:lnTo>
                  <a:pt x="162826" y="6350"/>
                </a:lnTo>
                <a:lnTo>
                  <a:pt x="172707" y="3810"/>
                </a:lnTo>
                <a:lnTo>
                  <a:pt x="2372880" y="3810"/>
                </a:lnTo>
                <a:lnTo>
                  <a:pt x="2382761" y="6350"/>
                </a:lnTo>
                <a:lnTo>
                  <a:pt x="2393048" y="8889"/>
                </a:lnTo>
                <a:close/>
              </a:path>
              <a:path w="2545715" h="1248409">
                <a:moveTo>
                  <a:pt x="2412987" y="16510"/>
                </a:moveTo>
                <a:lnTo>
                  <a:pt x="132600" y="16510"/>
                </a:lnTo>
                <a:lnTo>
                  <a:pt x="142455" y="12700"/>
                </a:lnTo>
                <a:lnTo>
                  <a:pt x="151930" y="8889"/>
                </a:lnTo>
                <a:lnTo>
                  <a:pt x="2393657" y="8889"/>
                </a:lnTo>
                <a:lnTo>
                  <a:pt x="2403132" y="12700"/>
                </a:lnTo>
                <a:lnTo>
                  <a:pt x="2412987" y="16510"/>
                </a:lnTo>
                <a:close/>
              </a:path>
              <a:path w="2545715" h="1248409">
                <a:moveTo>
                  <a:pt x="168541" y="30479"/>
                </a:moveTo>
                <a:lnTo>
                  <a:pt x="104546" y="30479"/>
                </a:lnTo>
                <a:lnTo>
                  <a:pt x="113626" y="25400"/>
                </a:lnTo>
                <a:lnTo>
                  <a:pt x="122427" y="20320"/>
                </a:lnTo>
                <a:lnTo>
                  <a:pt x="132029" y="16510"/>
                </a:lnTo>
                <a:lnTo>
                  <a:pt x="2413558" y="16510"/>
                </a:lnTo>
                <a:lnTo>
                  <a:pt x="2423159" y="20320"/>
                </a:lnTo>
                <a:lnTo>
                  <a:pt x="2430160" y="24129"/>
                </a:lnTo>
                <a:lnTo>
                  <a:pt x="211899" y="24129"/>
                </a:lnTo>
                <a:lnTo>
                  <a:pt x="206667" y="25400"/>
                </a:lnTo>
                <a:lnTo>
                  <a:pt x="197421" y="25400"/>
                </a:lnTo>
                <a:lnTo>
                  <a:pt x="188462" y="26514"/>
                </a:lnTo>
                <a:lnTo>
                  <a:pt x="182816" y="27939"/>
                </a:lnTo>
                <a:lnTo>
                  <a:pt x="178422" y="27939"/>
                </a:lnTo>
                <a:lnTo>
                  <a:pt x="168541" y="30479"/>
                </a:lnTo>
                <a:close/>
              </a:path>
              <a:path w="2545715" h="1248409">
                <a:moveTo>
                  <a:pt x="2367788" y="29210"/>
                </a:moveTo>
                <a:lnTo>
                  <a:pt x="2357125" y="26514"/>
                </a:lnTo>
                <a:lnTo>
                  <a:pt x="2348166" y="25400"/>
                </a:lnTo>
                <a:lnTo>
                  <a:pt x="2338920" y="25400"/>
                </a:lnTo>
                <a:lnTo>
                  <a:pt x="2333688" y="24129"/>
                </a:lnTo>
                <a:lnTo>
                  <a:pt x="2430160" y="24129"/>
                </a:lnTo>
                <a:lnTo>
                  <a:pt x="2432494" y="25400"/>
                </a:lnTo>
                <a:lnTo>
                  <a:pt x="2436768" y="27939"/>
                </a:lnTo>
                <a:lnTo>
                  <a:pt x="2367165" y="27939"/>
                </a:lnTo>
                <a:lnTo>
                  <a:pt x="2367788" y="29210"/>
                </a:lnTo>
                <a:close/>
              </a:path>
              <a:path w="2545715" h="1248409">
                <a:moveTo>
                  <a:pt x="177787" y="29210"/>
                </a:moveTo>
                <a:lnTo>
                  <a:pt x="178422" y="27939"/>
                </a:lnTo>
                <a:lnTo>
                  <a:pt x="182816" y="27939"/>
                </a:lnTo>
                <a:lnTo>
                  <a:pt x="177787" y="29210"/>
                </a:lnTo>
                <a:close/>
              </a:path>
              <a:path w="2545715" h="1248409">
                <a:moveTo>
                  <a:pt x="2441041" y="30479"/>
                </a:moveTo>
                <a:lnTo>
                  <a:pt x="2377046" y="30479"/>
                </a:lnTo>
                <a:lnTo>
                  <a:pt x="2367165" y="27939"/>
                </a:lnTo>
                <a:lnTo>
                  <a:pt x="2436768" y="27939"/>
                </a:lnTo>
                <a:lnTo>
                  <a:pt x="2441041" y="30479"/>
                </a:lnTo>
                <a:close/>
              </a:path>
              <a:path w="2545715" h="1248409">
                <a:moveTo>
                  <a:pt x="151180" y="1211580"/>
                </a:moveTo>
                <a:lnTo>
                  <a:pt x="95237" y="1211580"/>
                </a:lnTo>
                <a:lnTo>
                  <a:pt x="87236" y="1206500"/>
                </a:lnTo>
                <a:lnTo>
                  <a:pt x="78574" y="1198880"/>
                </a:lnTo>
                <a:lnTo>
                  <a:pt x="71170" y="1192530"/>
                </a:lnTo>
                <a:lnTo>
                  <a:pt x="63639" y="1186180"/>
                </a:lnTo>
                <a:lnTo>
                  <a:pt x="63207" y="1184910"/>
                </a:lnTo>
                <a:lnTo>
                  <a:pt x="56045" y="1177289"/>
                </a:lnTo>
                <a:lnTo>
                  <a:pt x="49631" y="1170939"/>
                </a:lnTo>
                <a:lnTo>
                  <a:pt x="42824" y="1162050"/>
                </a:lnTo>
                <a:lnTo>
                  <a:pt x="37134" y="1153160"/>
                </a:lnTo>
                <a:lnTo>
                  <a:pt x="36791" y="1153160"/>
                </a:lnTo>
                <a:lnTo>
                  <a:pt x="31483" y="1144269"/>
                </a:lnTo>
                <a:lnTo>
                  <a:pt x="31165" y="1144269"/>
                </a:lnTo>
                <a:lnTo>
                  <a:pt x="25958" y="1135380"/>
                </a:lnTo>
                <a:lnTo>
                  <a:pt x="21450" y="1126489"/>
                </a:lnTo>
                <a:lnTo>
                  <a:pt x="17094" y="1116330"/>
                </a:lnTo>
                <a:lnTo>
                  <a:pt x="16852" y="1116330"/>
                </a:lnTo>
                <a:lnTo>
                  <a:pt x="12992" y="1106169"/>
                </a:lnTo>
                <a:lnTo>
                  <a:pt x="9778" y="1097280"/>
                </a:lnTo>
                <a:lnTo>
                  <a:pt x="9588" y="1096010"/>
                </a:lnTo>
                <a:lnTo>
                  <a:pt x="6680" y="1085850"/>
                </a:lnTo>
                <a:lnTo>
                  <a:pt x="4279" y="1075689"/>
                </a:lnTo>
                <a:lnTo>
                  <a:pt x="2489" y="1065530"/>
                </a:lnTo>
                <a:lnTo>
                  <a:pt x="2387" y="1064260"/>
                </a:lnTo>
                <a:lnTo>
                  <a:pt x="1092" y="1054100"/>
                </a:lnTo>
                <a:lnTo>
                  <a:pt x="584" y="1049019"/>
                </a:lnTo>
                <a:lnTo>
                  <a:pt x="228" y="1043939"/>
                </a:lnTo>
                <a:lnTo>
                  <a:pt x="12" y="1037589"/>
                </a:lnTo>
                <a:lnTo>
                  <a:pt x="0" y="210820"/>
                </a:lnTo>
                <a:lnTo>
                  <a:pt x="172" y="205739"/>
                </a:lnTo>
                <a:lnTo>
                  <a:pt x="215" y="204470"/>
                </a:lnTo>
                <a:lnTo>
                  <a:pt x="387" y="201929"/>
                </a:lnTo>
                <a:lnTo>
                  <a:pt x="473" y="200660"/>
                </a:lnTo>
                <a:lnTo>
                  <a:pt x="558" y="199389"/>
                </a:lnTo>
                <a:lnTo>
                  <a:pt x="1041" y="194310"/>
                </a:lnTo>
                <a:lnTo>
                  <a:pt x="2387" y="182879"/>
                </a:lnTo>
                <a:lnTo>
                  <a:pt x="4279" y="172720"/>
                </a:lnTo>
                <a:lnTo>
                  <a:pt x="4406" y="171450"/>
                </a:lnTo>
                <a:lnTo>
                  <a:pt x="6680" y="162560"/>
                </a:lnTo>
                <a:lnTo>
                  <a:pt x="9588" y="152400"/>
                </a:lnTo>
                <a:lnTo>
                  <a:pt x="9778" y="151129"/>
                </a:lnTo>
                <a:lnTo>
                  <a:pt x="12992" y="142239"/>
                </a:lnTo>
                <a:lnTo>
                  <a:pt x="16852" y="132079"/>
                </a:lnTo>
                <a:lnTo>
                  <a:pt x="17094" y="130810"/>
                </a:lnTo>
                <a:lnTo>
                  <a:pt x="21450" y="121920"/>
                </a:lnTo>
                <a:lnTo>
                  <a:pt x="25958" y="113029"/>
                </a:lnTo>
                <a:lnTo>
                  <a:pt x="31165" y="104139"/>
                </a:lnTo>
                <a:lnTo>
                  <a:pt x="31483" y="102870"/>
                </a:lnTo>
                <a:lnTo>
                  <a:pt x="36791" y="95250"/>
                </a:lnTo>
                <a:lnTo>
                  <a:pt x="37134" y="93979"/>
                </a:lnTo>
                <a:lnTo>
                  <a:pt x="42824" y="86360"/>
                </a:lnTo>
                <a:lnTo>
                  <a:pt x="49631" y="77470"/>
                </a:lnTo>
                <a:lnTo>
                  <a:pt x="56045" y="71120"/>
                </a:lnTo>
                <a:lnTo>
                  <a:pt x="63207" y="63500"/>
                </a:lnTo>
                <a:lnTo>
                  <a:pt x="63639" y="62229"/>
                </a:lnTo>
                <a:lnTo>
                  <a:pt x="71170" y="55879"/>
                </a:lnTo>
                <a:lnTo>
                  <a:pt x="78574" y="49529"/>
                </a:lnTo>
                <a:lnTo>
                  <a:pt x="87236" y="41910"/>
                </a:lnTo>
                <a:lnTo>
                  <a:pt x="95237" y="36829"/>
                </a:lnTo>
                <a:lnTo>
                  <a:pt x="95745" y="35560"/>
                </a:lnTo>
                <a:lnTo>
                  <a:pt x="104025" y="30479"/>
                </a:lnTo>
                <a:lnTo>
                  <a:pt x="169164" y="30479"/>
                </a:lnTo>
                <a:lnTo>
                  <a:pt x="159473" y="33020"/>
                </a:lnTo>
                <a:lnTo>
                  <a:pt x="160070" y="33020"/>
                </a:lnTo>
                <a:lnTo>
                  <a:pt x="153754" y="35560"/>
                </a:lnTo>
                <a:lnTo>
                  <a:pt x="151180" y="35560"/>
                </a:lnTo>
                <a:lnTo>
                  <a:pt x="141922" y="39370"/>
                </a:lnTo>
                <a:lnTo>
                  <a:pt x="142494" y="39370"/>
                </a:lnTo>
                <a:lnTo>
                  <a:pt x="133451" y="43179"/>
                </a:lnTo>
                <a:lnTo>
                  <a:pt x="134010" y="43179"/>
                </a:lnTo>
                <a:lnTo>
                  <a:pt x="125209" y="48260"/>
                </a:lnTo>
                <a:lnTo>
                  <a:pt x="125755" y="48260"/>
                </a:lnTo>
                <a:lnTo>
                  <a:pt x="117208" y="52070"/>
                </a:lnTo>
                <a:lnTo>
                  <a:pt x="117728" y="52070"/>
                </a:lnTo>
                <a:lnTo>
                  <a:pt x="109448" y="57150"/>
                </a:lnTo>
                <a:lnTo>
                  <a:pt x="109956" y="57150"/>
                </a:lnTo>
                <a:lnTo>
                  <a:pt x="103555" y="62229"/>
                </a:lnTo>
                <a:lnTo>
                  <a:pt x="102450" y="62229"/>
                </a:lnTo>
                <a:lnTo>
                  <a:pt x="94741" y="68579"/>
                </a:lnTo>
                <a:lnTo>
                  <a:pt x="95211" y="68579"/>
                </a:lnTo>
                <a:lnTo>
                  <a:pt x="89288" y="73660"/>
                </a:lnTo>
                <a:lnTo>
                  <a:pt x="88252" y="73660"/>
                </a:lnTo>
                <a:lnTo>
                  <a:pt x="82346" y="80010"/>
                </a:lnTo>
                <a:lnTo>
                  <a:pt x="81597" y="80010"/>
                </a:lnTo>
                <a:lnTo>
                  <a:pt x="74841" y="87629"/>
                </a:lnTo>
                <a:lnTo>
                  <a:pt x="75247" y="87629"/>
                </a:lnTo>
                <a:lnTo>
                  <a:pt x="68834" y="93979"/>
                </a:lnTo>
                <a:lnTo>
                  <a:pt x="69214" y="93979"/>
                </a:lnTo>
                <a:lnTo>
                  <a:pt x="63157" y="101600"/>
                </a:lnTo>
                <a:lnTo>
                  <a:pt x="63525" y="101600"/>
                </a:lnTo>
                <a:lnTo>
                  <a:pt x="57835" y="109220"/>
                </a:lnTo>
                <a:lnTo>
                  <a:pt x="58178" y="109220"/>
                </a:lnTo>
                <a:lnTo>
                  <a:pt x="52870" y="116839"/>
                </a:lnTo>
                <a:lnTo>
                  <a:pt x="53187" y="116839"/>
                </a:lnTo>
                <a:lnTo>
                  <a:pt x="48974" y="124460"/>
                </a:lnTo>
                <a:lnTo>
                  <a:pt x="48564" y="124460"/>
                </a:lnTo>
                <a:lnTo>
                  <a:pt x="44056" y="133350"/>
                </a:lnTo>
                <a:lnTo>
                  <a:pt x="44335" y="133350"/>
                </a:lnTo>
                <a:lnTo>
                  <a:pt x="40830" y="140970"/>
                </a:lnTo>
                <a:lnTo>
                  <a:pt x="40487" y="140970"/>
                </a:lnTo>
                <a:lnTo>
                  <a:pt x="37287" y="149860"/>
                </a:lnTo>
                <a:lnTo>
                  <a:pt x="37045" y="149860"/>
                </a:lnTo>
                <a:lnTo>
                  <a:pt x="34245" y="158750"/>
                </a:lnTo>
                <a:lnTo>
                  <a:pt x="34023" y="158750"/>
                </a:lnTo>
                <a:lnTo>
                  <a:pt x="31623" y="167639"/>
                </a:lnTo>
                <a:lnTo>
                  <a:pt x="31432" y="167639"/>
                </a:lnTo>
                <a:lnTo>
                  <a:pt x="29443" y="176529"/>
                </a:lnTo>
                <a:lnTo>
                  <a:pt x="29286" y="176529"/>
                </a:lnTo>
                <a:lnTo>
                  <a:pt x="27584" y="186689"/>
                </a:lnTo>
                <a:lnTo>
                  <a:pt x="26339" y="196850"/>
                </a:lnTo>
                <a:lnTo>
                  <a:pt x="25669" y="204470"/>
                </a:lnTo>
                <a:lnTo>
                  <a:pt x="25590" y="205739"/>
                </a:lnTo>
                <a:lnTo>
                  <a:pt x="25400" y="210820"/>
                </a:lnTo>
                <a:lnTo>
                  <a:pt x="25400" y="1037589"/>
                </a:lnTo>
                <a:lnTo>
                  <a:pt x="25542" y="1041400"/>
                </a:lnTo>
                <a:lnTo>
                  <a:pt x="25590" y="1042669"/>
                </a:lnTo>
                <a:lnTo>
                  <a:pt x="25709" y="1043939"/>
                </a:lnTo>
                <a:lnTo>
                  <a:pt x="25841" y="1046480"/>
                </a:lnTo>
                <a:lnTo>
                  <a:pt x="25908" y="1047750"/>
                </a:lnTo>
                <a:lnTo>
                  <a:pt x="26085" y="1049019"/>
                </a:lnTo>
                <a:lnTo>
                  <a:pt x="26288" y="1051560"/>
                </a:lnTo>
                <a:lnTo>
                  <a:pt x="27165" y="1058435"/>
                </a:lnTo>
                <a:lnTo>
                  <a:pt x="27292" y="1059209"/>
                </a:lnTo>
                <a:lnTo>
                  <a:pt x="27423" y="1060458"/>
                </a:lnTo>
                <a:lnTo>
                  <a:pt x="27700" y="1061701"/>
                </a:lnTo>
                <a:lnTo>
                  <a:pt x="29159" y="1070610"/>
                </a:lnTo>
                <a:lnTo>
                  <a:pt x="31153" y="1079523"/>
                </a:lnTo>
                <a:lnTo>
                  <a:pt x="31378" y="1080317"/>
                </a:lnTo>
                <a:lnTo>
                  <a:pt x="31432" y="1080769"/>
                </a:lnTo>
                <a:lnTo>
                  <a:pt x="31623" y="1080769"/>
                </a:lnTo>
                <a:lnTo>
                  <a:pt x="34023" y="1089660"/>
                </a:lnTo>
                <a:lnTo>
                  <a:pt x="34245" y="1089660"/>
                </a:lnTo>
                <a:lnTo>
                  <a:pt x="37045" y="1098550"/>
                </a:lnTo>
                <a:lnTo>
                  <a:pt x="37287" y="1098550"/>
                </a:lnTo>
                <a:lnTo>
                  <a:pt x="40487" y="1107439"/>
                </a:lnTo>
                <a:lnTo>
                  <a:pt x="40830" y="1107439"/>
                </a:lnTo>
                <a:lnTo>
                  <a:pt x="44335" y="1115060"/>
                </a:lnTo>
                <a:lnTo>
                  <a:pt x="44056" y="1115060"/>
                </a:lnTo>
                <a:lnTo>
                  <a:pt x="48564" y="1123950"/>
                </a:lnTo>
                <a:lnTo>
                  <a:pt x="48974" y="1123950"/>
                </a:lnTo>
                <a:lnTo>
                  <a:pt x="53187" y="1131569"/>
                </a:lnTo>
                <a:lnTo>
                  <a:pt x="52870" y="1131569"/>
                </a:lnTo>
                <a:lnTo>
                  <a:pt x="58178" y="1139189"/>
                </a:lnTo>
                <a:lnTo>
                  <a:pt x="57835" y="1139189"/>
                </a:lnTo>
                <a:lnTo>
                  <a:pt x="63525" y="1146810"/>
                </a:lnTo>
                <a:lnTo>
                  <a:pt x="63157" y="1146810"/>
                </a:lnTo>
                <a:lnTo>
                  <a:pt x="69214" y="1154430"/>
                </a:lnTo>
                <a:lnTo>
                  <a:pt x="69902" y="1154430"/>
                </a:lnTo>
                <a:lnTo>
                  <a:pt x="75247" y="1160780"/>
                </a:lnTo>
                <a:lnTo>
                  <a:pt x="74841" y="1160780"/>
                </a:lnTo>
                <a:lnTo>
                  <a:pt x="81597" y="1167130"/>
                </a:lnTo>
                <a:lnTo>
                  <a:pt x="81165" y="1167130"/>
                </a:lnTo>
                <a:lnTo>
                  <a:pt x="88252" y="1173480"/>
                </a:lnTo>
                <a:lnTo>
                  <a:pt x="87807" y="1173480"/>
                </a:lnTo>
                <a:lnTo>
                  <a:pt x="95211" y="1179830"/>
                </a:lnTo>
                <a:lnTo>
                  <a:pt x="94741" y="1179830"/>
                </a:lnTo>
                <a:lnTo>
                  <a:pt x="102450" y="1186180"/>
                </a:lnTo>
                <a:lnTo>
                  <a:pt x="103555" y="1186180"/>
                </a:lnTo>
                <a:lnTo>
                  <a:pt x="109956" y="1191260"/>
                </a:lnTo>
                <a:lnTo>
                  <a:pt x="109448" y="1191260"/>
                </a:lnTo>
                <a:lnTo>
                  <a:pt x="117728" y="1196339"/>
                </a:lnTo>
                <a:lnTo>
                  <a:pt x="117208" y="1196339"/>
                </a:lnTo>
                <a:lnTo>
                  <a:pt x="125755" y="1200150"/>
                </a:lnTo>
                <a:lnTo>
                  <a:pt x="125209" y="1200150"/>
                </a:lnTo>
                <a:lnTo>
                  <a:pt x="134010" y="1205230"/>
                </a:lnTo>
                <a:lnTo>
                  <a:pt x="135712" y="1205230"/>
                </a:lnTo>
                <a:lnTo>
                  <a:pt x="142494" y="1209039"/>
                </a:lnTo>
                <a:lnTo>
                  <a:pt x="141922" y="1209039"/>
                </a:lnTo>
                <a:lnTo>
                  <a:pt x="151180" y="1211580"/>
                </a:lnTo>
                <a:close/>
              </a:path>
              <a:path w="2545715" h="1248409">
                <a:moveTo>
                  <a:pt x="2394991" y="36829"/>
                </a:moveTo>
                <a:lnTo>
                  <a:pt x="2385517" y="33020"/>
                </a:lnTo>
                <a:lnTo>
                  <a:pt x="2386114" y="33020"/>
                </a:lnTo>
                <a:lnTo>
                  <a:pt x="2376424" y="30479"/>
                </a:lnTo>
                <a:lnTo>
                  <a:pt x="2441562" y="30479"/>
                </a:lnTo>
                <a:lnTo>
                  <a:pt x="2449842" y="35560"/>
                </a:lnTo>
                <a:lnTo>
                  <a:pt x="2394407" y="35560"/>
                </a:lnTo>
                <a:lnTo>
                  <a:pt x="2394991" y="36829"/>
                </a:lnTo>
                <a:close/>
              </a:path>
              <a:path w="2545715" h="1248409">
                <a:moveTo>
                  <a:pt x="150596" y="36829"/>
                </a:moveTo>
                <a:lnTo>
                  <a:pt x="151180" y="35560"/>
                </a:lnTo>
                <a:lnTo>
                  <a:pt x="153754" y="35560"/>
                </a:lnTo>
                <a:lnTo>
                  <a:pt x="150596" y="36829"/>
                </a:lnTo>
                <a:close/>
              </a:path>
              <a:path w="2545715" h="1248409">
                <a:moveTo>
                  <a:pt x="2443632" y="63500"/>
                </a:moveTo>
                <a:lnTo>
                  <a:pt x="2435631" y="57150"/>
                </a:lnTo>
                <a:lnTo>
                  <a:pt x="2436139" y="57150"/>
                </a:lnTo>
                <a:lnTo>
                  <a:pt x="2427858" y="52070"/>
                </a:lnTo>
                <a:lnTo>
                  <a:pt x="2428379" y="52070"/>
                </a:lnTo>
                <a:lnTo>
                  <a:pt x="2419832" y="48260"/>
                </a:lnTo>
                <a:lnTo>
                  <a:pt x="2420378" y="48260"/>
                </a:lnTo>
                <a:lnTo>
                  <a:pt x="2411577" y="43179"/>
                </a:lnTo>
                <a:lnTo>
                  <a:pt x="2412136" y="43179"/>
                </a:lnTo>
                <a:lnTo>
                  <a:pt x="2403094" y="39370"/>
                </a:lnTo>
                <a:lnTo>
                  <a:pt x="2403665" y="39370"/>
                </a:lnTo>
                <a:lnTo>
                  <a:pt x="2394407" y="35560"/>
                </a:lnTo>
                <a:lnTo>
                  <a:pt x="2449842" y="35560"/>
                </a:lnTo>
                <a:lnTo>
                  <a:pt x="2450350" y="36829"/>
                </a:lnTo>
                <a:lnTo>
                  <a:pt x="2458351" y="41910"/>
                </a:lnTo>
                <a:lnTo>
                  <a:pt x="2467013" y="49529"/>
                </a:lnTo>
                <a:lnTo>
                  <a:pt x="2474417" y="55879"/>
                </a:lnTo>
                <a:lnTo>
                  <a:pt x="2481948" y="62229"/>
                </a:lnTo>
                <a:lnTo>
                  <a:pt x="2443137" y="62229"/>
                </a:lnTo>
                <a:lnTo>
                  <a:pt x="2443632" y="63500"/>
                </a:lnTo>
                <a:close/>
              </a:path>
              <a:path w="2545715" h="1248409">
                <a:moveTo>
                  <a:pt x="101955" y="63500"/>
                </a:moveTo>
                <a:lnTo>
                  <a:pt x="102450" y="62229"/>
                </a:lnTo>
                <a:lnTo>
                  <a:pt x="103555" y="62229"/>
                </a:lnTo>
                <a:lnTo>
                  <a:pt x="101955" y="63500"/>
                </a:lnTo>
                <a:close/>
              </a:path>
              <a:path w="2545715" h="1248409">
                <a:moveTo>
                  <a:pt x="2457780" y="74929"/>
                </a:moveTo>
                <a:lnTo>
                  <a:pt x="2450376" y="68579"/>
                </a:lnTo>
                <a:lnTo>
                  <a:pt x="2450846" y="68579"/>
                </a:lnTo>
                <a:lnTo>
                  <a:pt x="2443137" y="62229"/>
                </a:lnTo>
                <a:lnTo>
                  <a:pt x="2481948" y="62229"/>
                </a:lnTo>
                <a:lnTo>
                  <a:pt x="2482380" y="63500"/>
                </a:lnTo>
                <a:lnTo>
                  <a:pt x="2489542" y="71120"/>
                </a:lnTo>
                <a:lnTo>
                  <a:pt x="2492108" y="73660"/>
                </a:lnTo>
                <a:lnTo>
                  <a:pt x="2457335" y="73660"/>
                </a:lnTo>
                <a:lnTo>
                  <a:pt x="2457780" y="74929"/>
                </a:lnTo>
                <a:close/>
              </a:path>
              <a:path w="2545715" h="1248409">
                <a:moveTo>
                  <a:pt x="87807" y="74929"/>
                </a:moveTo>
                <a:lnTo>
                  <a:pt x="88252" y="73660"/>
                </a:lnTo>
                <a:lnTo>
                  <a:pt x="89288" y="73660"/>
                </a:lnTo>
                <a:lnTo>
                  <a:pt x="87807" y="74929"/>
                </a:lnTo>
                <a:close/>
              </a:path>
              <a:path w="2545715" h="1248409">
                <a:moveTo>
                  <a:pt x="2464422" y="81279"/>
                </a:moveTo>
                <a:lnTo>
                  <a:pt x="2457335" y="73660"/>
                </a:lnTo>
                <a:lnTo>
                  <a:pt x="2492108" y="73660"/>
                </a:lnTo>
                <a:lnTo>
                  <a:pt x="2495956" y="77470"/>
                </a:lnTo>
                <a:lnTo>
                  <a:pt x="2497901" y="80010"/>
                </a:lnTo>
                <a:lnTo>
                  <a:pt x="2463990" y="80010"/>
                </a:lnTo>
                <a:lnTo>
                  <a:pt x="2464422" y="81279"/>
                </a:lnTo>
                <a:close/>
              </a:path>
              <a:path w="2545715" h="1248409">
                <a:moveTo>
                  <a:pt x="81165" y="81279"/>
                </a:moveTo>
                <a:lnTo>
                  <a:pt x="81597" y="80010"/>
                </a:lnTo>
                <a:lnTo>
                  <a:pt x="82346" y="80010"/>
                </a:lnTo>
                <a:lnTo>
                  <a:pt x="81165" y="81279"/>
                </a:lnTo>
                <a:close/>
              </a:path>
              <a:path w="2545715" h="1248409">
                <a:moveTo>
                  <a:pt x="2497315" y="125729"/>
                </a:moveTo>
                <a:lnTo>
                  <a:pt x="2492400" y="116839"/>
                </a:lnTo>
                <a:lnTo>
                  <a:pt x="2492717" y="116839"/>
                </a:lnTo>
                <a:lnTo>
                  <a:pt x="2487409" y="109220"/>
                </a:lnTo>
                <a:lnTo>
                  <a:pt x="2487752" y="109220"/>
                </a:lnTo>
                <a:lnTo>
                  <a:pt x="2482062" y="101600"/>
                </a:lnTo>
                <a:lnTo>
                  <a:pt x="2482430" y="101600"/>
                </a:lnTo>
                <a:lnTo>
                  <a:pt x="2476373" y="93979"/>
                </a:lnTo>
                <a:lnTo>
                  <a:pt x="2476754" y="93979"/>
                </a:lnTo>
                <a:lnTo>
                  <a:pt x="2470340" y="87629"/>
                </a:lnTo>
                <a:lnTo>
                  <a:pt x="2470746" y="87629"/>
                </a:lnTo>
                <a:lnTo>
                  <a:pt x="2463990" y="80010"/>
                </a:lnTo>
                <a:lnTo>
                  <a:pt x="2497901" y="80010"/>
                </a:lnTo>
                <a:lnTo>
                  <a:pt x="2502763" y="86360"/>
                </a:lnTo>
                <a:lnTo>
                  <a:pt x="2508453" y="93979"/>
                </a:lnTo>
                <a:lnTo>
                  <a:pt x="2508796" y="95250"/>
                </a:lnTo>
                <a:lnTo>
                  <a:pt x="2514104" y="102870"/>
                </a:lnTo>
                <a:lnTo>
                  <a:pt x="2514422" y="104139"/>
                </a:lnTo>
                <a:lnTo>
                  <a:pt x="2519629" y="113029"/>
                </a:lnTo>
                <a:lnTo>
                  <a:pt x="2524137" y="121920"/>
                </a:lnTo>
                <a:lnTo>
                  <a:pt x="2525382" y="124460"/>
                </a:lnTo>
                <a:lnTo>
                  <a:pt x="2497023" y="124460"/>
                </a:lnTo>
                <a:lnTo>
                  <a:pt x="2497315" y="125729"/>
                </a:lnTo>
                <a:close/>
              </a:path>
              <a:path w="2545715" h="1248409">
                <a:moveTo>
                  <a:pt x="48272" y="125729"/>
                </a:moveTo>
                <a:lnTo>
                  <a:pt x="48564" y="124460"/>
                </a:lnTo>
                <a:lnTo>
                  <a:pt x="48974" y="124460"/>
                </a:lnTo>
                <a:lnTo>
                  <a:pt x="48272" y="125729"/>
                </a:lnTo>
                <a:close/>
              </a:path>
              <a:path w="2545715" h="1248409">
                <a:moveTo>
                  <a:pt x="2505341" y="142239"/>
                </a:moveTo>
                <a:lnTo>
                  <a:pt x="2501252" y="133350"/>
                </a:lnTo>
                <a:lnTo>
                  <a:pt x="2501531" y="133350"/>
                </a:lnTo>
                <a:lnTo>
                  <a:pt x="2497023" y="124460"/>
                </a:lnTo>
                <a:lnTo>
                  <a:pt x="2525382" y="124460"/>
                </a:lnTo>
                <a:lnTo>
                  <a:pt x="2528493" y="130810"/>
                </a:lnTo>
                <a:lnTo>
                  <a:pt x="2528735" y="132079"/>
                </a:lnTo>
                <a:lnTo>
                  <a:pt x="2532113" y="140970"/>
                </a:lnTo>
                <a:lnTo>
                  <a:pt x="2505100" y="140970"/>
                </a:lnTo>
                <a:lnTo>
                  <a:pt x="2505341" y="142239"/>
                </a:lnTo>
                <a:close/>
              </a:path>
              <a:path w="2545715" h="1248409">
                <a:moveTo>
                  <a:pt x="40246" y="142239"/>
                </a:moveTo>
                <a:lnTo>
                  <a:pt x="40487" y="140970"/>
                </a:lnTo>
                <a:lnTo>
                  <a:pt x="40830" y="140970"/>
                </a:lnTo>
                <a:lnTo>
                  <a:pt x="40246" y="142239"/>
                </a:lnTo>
                <a:close/>
              </a:path>
              <a:path w="2545715" h="1248409">
                <a:moveTo>
                  <a:pt x="2508757" y="151129"/>
                </a:moveTo>
                <a:lnTo>
                  <a:pt x="2505100" y="140970"/>
                </a:lnTo>
                <a:lnTo>
                  <a:pt x="2532113" y="140970"/>
                </a:lnTo>
                <a:lnTo>
                  <a:pt x="2532595" y="142239"/>
                </a:lnTo>
                <a:lnTo>
                  <a:pt x="2535349" y="149860"/>
                </a:lnTo>
                <a:lnTo>
                  <a:pt x="2508542" y="149860"/>
                </a:lnTo>
                <a:lnTo>
                  <a:pt x="2508757" y="151129"/>
                </a:lnTo>
                <a:close/>
              </a:path>
              <a:path w="2545715" h="1248409">
                <a:moveTo>
                  <a:pt x="36829" y="151129"/>
                </a:moveTo>
                <a:lnTo>
                  <a:pt x="37045" y="149860"/>
                </a:lnTo>
                <a:lnTo>
                  <a:pt x="37287" y="149860"/>
                </a:lnTo>
                <a:lnTo>
                  <a:pt x="36829" y="151129"/>
                </a:lnTo>
                <a:close/>
              </a:path>
              <a:path w="2545715" h="1248409">
                <a:moveTo>
                  <a:pt x="2511742" y="160020"/>
                </a:moveTo>
                <a:lnTo>
                  <a:pt x="2508542" y="149860"/>
                </a:lnTo>
                <a:lnTo>
                  <a:pt x="2535349" y="149860"/>
                </a:lnTo>
                <a:lnTo>
                  <a:pt x="2535808" y="151129"/>
                </a:lnTo>
                <a:lnTo>
                  <a:pt x="2535999" y="152400"/>
                </a:lnTo>
                <a:lnTo>
                  <a:pt x="2537817" y="158750"/>
                </a:lnTo>
                <a:lnTo>
                  <a:pt x="2511564" y="158750"/>
                </a:lnTo>
                <a:lnTo>
                  <a:pt x="2511742" y="160020"/>
                </a:lnTo>
                <a:close/>
              </a:path>
              <a:path w="2545715" h="1248409">
                <a:moveTo>
                  <a:pt x="33845" y="160020"/>
                </a:moveTo>
                <a:lnTo>
                  <a:pt x="34023" y="158750"/>
                </a:lnTo>
                <a:lnTo>
                  <a:pt x="34245" y="158750"/>
                </a:lnTo>
                <a:lnTo>
                  <a:pt x="33845" y="160020"/>
                </a:lnTo>
                <a:close/>
              </a:path>
              <a:path w="2545715" h="1248409">
                <a:moveTo>
                  <a:pt x="2516522" y="177783"/>
                </a:moveTo>
                <a:lnTo>
                  <a:pt x="2516264" y="177066"/>
                </a:lnTo>
                <a:lnTo>
                  <a:pt x="2514155" y="167639"/>
                </a:lnTo>
                <a:lnTo>
                  <a:pt x="2513964" y="167639"/>
                </a:lnTo>
                <a:lnTo>
                  <a:pt x="2511564" y="158750"/>
                </a:lnTo>
                <a:lnTo>
                  <a:pt x="2537817" y="158750"/>
                </a:lnTo>
                <a:lnTo>
                  <a:pt x="2538907" y="162560"/>
                </a:lnTo>
                <a:lnTo>
                  <a:pt x="2540206" y="167639"/>
                </a:lnTo>
                <a:lnTo>
                  <a:pt x="2514155" y="167639"/>
                </a:lnTo>
                <a:lnTo>
                  <a:pt x="2514304" y="168881"/>
                </a:lnTo>
                <a:lnTo>
                  <a:pt x="2540524" y="168881"/>
                </a:lnTo>
                <a:lnTo>
                  <a:pt x="2541181" y="171450"/>
                </a:lnTo>
                <a:lnTo>
                  <a:pt x="2541308" y="172720"/>
                </a:lnTo>
                <a:lnTo>
                  <a:pt x="2542017" y="176529"/>
                </a:lnTo>
                <a:lnTo>
                  <a:pt x="2516301" y="176529"/>
                </a:lnTo>
                <a:lnTo>
                  <a:pt x="2516396" y="177066"/>
                </a:lnTo>
                <a:lnTo>
                  <a:pt x="2516522" y="177783"/>
                </a:lnTo>
                <a:close/>
              </a:path>
              <a:path w="2545715" h="1248409">
                <a:moveTo>
                  <a:pt x="30594" y="171450"/>
                </a:moveTo>
                <a:lnTo>
                  <a:pt x="31432" y="167639"/>
                </a:lnTo>
                <a:lnTo>
                  <a:pt x="31623" y="167639"/>
                </a:lnTo>
                <a:lnTo>
                  <a:pt x="30594" y="171450"/>
                </a:lnTo>
                <a:close/>
              </a:path>
              <a:path w="2545715" h="1248409">
                <a:moveTo>
                  <a:pt x="2543539" y="1061701"/>
                </a:moveTo>
                <a:lnTo>
                  <a:pt x="2518005" y="1061701"/>
                </a:lnTo>
                <a:lnTo>
                  <a:pt x="2519248" y="1051560"/>
                </a:lnTo>
                <a:lnTo>
                  <a:pt x="2519476" y="1049019"/>
                </a:lnTo>
                <a:lnTo>
                  <a:pt x="2519679" y="1047750"/>
                </a:lnTo>
                <a:lnTo>
                  <a:pt x="2519878" y="1043939"/>
                </a:lnTo>
                <a:lnTo>
                  <a:pt x="2519997" y="1042669"/>
                </a:lnTo>
                <a:lnTo>
                  <a:pt x="2520188" y="1037589"/>
                </a:lnTo>
                <a:lnTo>
                  <a:pt x="2520188" y="210820"/>
                </a:lnTo>
                <a:lnTo>
                  <a:pt x="2516355" y="177066"/>
                </a:lnTo>
                <a:lnTo>
                  <a:pt x="2516301" y="176529"/>
                </a:lnTo>
                <a:lnTo>
                  <a:pt x="2542017" y="176529"/>
                </a:lnTo>
                <a:lnTo>
                  <a:pt x="2543200" y="182879"/>
                </a:lnTo>
                <a:lnTo>
                  <a:pt x="2544495" y="193039"/>
                </a:lnTo>
                <a:lnTo>
                  <a:pt x="2545003" y="199389"/>
                </a:lnTo>
                <a:lnTo>
                  <a:pt x="2545359" y="204470"/>
                </a:lnTo>
                <a:lnTo>
                  <a:pt x="2545575" y="210820"/>
                </a:lnTo>
                <a:lnTo>
                  <a:pt x="2545575" y="1037589"/>
                </a:lnTo>
                <a:lnTo>
                  <a:pt x="2545422" y="1041400"/>
                </a:lnTo>
                <a:lnTo>
                  <a:pt x="2545166" y="1046480"/>
                </a:lnTo>
                <a:lnTo>
                  <a:pt x="2545097" y="1047750"/>
                </a:lnTo>
                <a:lnTo>
                  <a:pt x="2545029" y="1049019"/>
                </a:lnTo>
                <a:lnTo>
                  <a:pt x="2544546" y="1054100"/>
                </a:lnTo>
                <a:lnTo>
                  <a:pt x="2543539" y="1061701"/>
                </a:lnTo>
                <a:close/>
              </a:path>
              <a:path w="2545715" h="1248409">
                <a:moveTo>
                  <a:pt x="2540044" y="1080769"/>
                </a:moveTo>
                <a:lnTo>
                  <a:pt x="2514155" y="1080769"/>
                </a:lnTo>
                <a:lnTo>
                  <a:pt x="2516301" y="1070610"/>
                </a:lnTo>
                <a:lnTo>
                  <a:pt x="2518091" y="1060458"/>
                </a:lnTo>
                <a:lnTo>
                  <a:pt x="2518005" y="1061701"/>
                </a:lnTo>
                <a:lnTo>
                  <a:pt x="2543539" y="1061701"/>
                </a:lnTo>
                <a:lnTo>
                  <a:pt x="2543200" y="1064260"/>
                </a:lnTo>
                <a:lnTo>
                  <a:pt x="2541181" y="1075689"/>
                </a:lnTo>
                <a:lnTo>
                  <a:pt x="2540145" y="1080317"/>
                </a:lnTo>
                <a:lnTo>
                  <a:pt x="2540044" y="1080769"/>
                </a:lnTo>
                <a:close/>
              </a:path>
              <a:path w="2545715" h="1248409">
                <a:moveTo>
                  <a:pt x="31623" y="1080769"/>
                </a:moveTo>
                <a:lnTo>
                  <a:pt x="31432" y="1080769"/>
                </a:lnTo>
                <a:lnTo>
                  <a:pt x="30706" y="1077527"/>
                </a:lnTo>
                <a:lnTo>
                  <a:pt x="31500" y="1080317"/>
                </a:lnTo>
                <a:lnTo>
                  <a:pt x="31623" y="1080769"/>
                </a:lnTo>
                <a:close/>
              </a:path>
              <a:path w="2545715" h="1248409">
                <a:moveTo>
                  <a:pt x="2537817" y="1089660"/>
                </a:moveTo>
                <a:lnTo>
                  <a:pt x="2511564" y="1089660"/>
                </a:lnTo>
                <a:lnTo>
                  <a:pt x="2514301" y="1079523"/>
                </a:lnTo>
                <a:lnTo>
                  <a:pt x="2514251" y="1080317"/>
                </a:lnTo>
                <a:lnTo>
                  <a:pt x="2514155" y="1080769"/>
                </a:lnTo>
                <a:lnTo>
                  <a:pt x="2540044" y="1080769"/>
                </a:lnTo>
                <a:lnTo>
                  <a:pt x="2538907" y="1085850"/>
                </a:lnTo>
                <a:lnTo>
                  <a:pt x="2537817" y="1089660"/>
                </a:lnTo>
                <a:close/>
              </a:path>
              <a:path w="2545715" h="1248409">
                <a:moveTo>
                  <a:pt x="34245" y="1089660"/>
                </a:moveTo>
                <a:lnTo>
                  <a:pt x="34023" y="1089660"/>
                </a:lnTo>
                <a:lnTo>
                  <a:pt x="33845" y="1088389"/>
                </a:lnTo>
                <a:lnTo>
                  <a:pt x="34245" y="1089660"/>
                </a:lnTo>
                <a:close/>
              </a:path>
              <a:path w="2545715" h="1248409">
                <a:moveTo>
                  <a:pt x="2535349" y="1098550"/>
                </a:moveTo>
                <a:lnTo>
                  <a:pt x="2508542" y="1098550"/>
                </a:lnTo>
                <a:lnTo>
                  <a:pt x="2511742" y="1088389"/>
                </a:lnTo>
                <a:lnTo>
                  <a:pt x="2511564" y="1089660"/>
                </a:lnTo>
                <a:lnTo>
                  <a:pt x="2537817" y="1089660"/>
                </a:lnTo>
                <a:lnTo>
                  <a:pt x="2535999" y="1096010"/>
                </a:lnTo>
                <a:lnTo>
                  <a:pt x="2535808" y="1097280"/>
                </a:lnTo>
                <a:lnTo>
                  <a:pt x="2535349" y="1098550"/>
                </a:lnTo>
                <a:close/>
              </a:path>
              <a:path w="2545715" h="1248409">
                <a:moveTo>
                  <a:pt x="37287" y="1098550"/>
                </a:moveTo>
                <a:lnTo>
                  <a:pt x="37045" y="1098550"/>
                </a:lnTo>
                <a:lnTo>
                  <a:pt x="36829" y="1097280"/>
                </a:lnTo>
                <a:lnTo>
                  <a:pt x="37287" y="1098550"/>
                </a:lnTo>
                <a:close/>
              </a:path>
              <a:path w="2545715" h="1248409">
                <a:moveTo>
                  <a:pt x="2532113" y="1107439"/>
                </a:moveTo>
                <a:lnTo>
                  <a:pt x="2505100" y="1107439"/>
                </a:lnTo>
                <a:lnTo>
                  <a:pt x="2508757" y="1097280"/>
                </a:lnTo>
                <a:lnTo>
                  <a:pt x="2508542" y="1098550"/>
                </a:lnTo>
                <a:lnTo>
                  <a:pt x="2535349" y="1098550"/>
                </a:lnTo>
                <a:lnTo>
                  <a:pt x="2532595" y="1106169"/>
                </a:lnTo>
                <a:lnTo>
                  <a:pt x="2532113" y="1107439"/>
                </a:lnTo>
                <a:close/>
              </a:path>
              <a:path w="2545715" h="1248409">
                <a:moveTo>
                  <a:pt x="40830" y="1107439"/>
                </a:moveTo>
                <a:lnTo>
                  <a:pt x="40487" y="1107439"/>
                </a:lnTo>
                <a:lnTo>
                  <a:pt x="40246" y="1106169"/>
                </a:lnTo>
                <a:lnTo>
                  <a:pt x="40830" y="1107439"/>
                </a:lnTo>
                <a:close/>
              </a:path>
              <a:path w="2545715" h="1248409">
                <a:moveTo>
                  <a:pt x="2525226" y="1123950"/>
                </a:moveTo>
                <a:lnTo>
                  <a:pt x="2497023" y="1123950"/>
                </a:lnTo>
                <a:lnTo>
                  <a:pt x="2501531" y="1115060"/>
                </a:lnTo>
                <a:lnTo>
                  <a:pt x="2501252" y="1115060"/>
                </a:lnTo>
                <a:lnTo>
                  <a:pt x="2505341" y="1106169"/>
                </a:lnTo>
                <a:lnTo>
                  <a:pt x="2505100" y="1107439"/>
                </a:lnTo>
                <a:lnTo>
                  <a:pt x="2532113" y="1107439"/>
                </a:lnTo>
                <a:lnTo>
                  <a:pt x="2528735" y="1116330"/>
                </a:lnTo>
                <a:lnTo>
                  <a:pt x="2528493" y="1116330"/>
                </a:lnTo>
                <a:lnTo>
                  <a:pt x="2525226" y="1123950"/>
                </a:lnTo>
                <a:close/>
              </a:path>
              <a:path w="2545715" h="1248409">
                <a:moveTo>
                  <a:pt x="48974" y="1123950"/>
                </a:moveTo>
                <a:lnTo>
                  <a:pt x="48564" y="1123950"/>
                </a:lnTo>
                <a:lnTo>
                  <a:pt x="48272" y="1122680"/>
                </a:lnTo>
                <a:lnTo>
                  <a:pt x="48974" y="1123950"/>
                </a:lnTo>
                <a:close/>
              </a:path>
              <a:path w="2545715" h="1248409">
                <a:moveTo>
                  <a:pt x="2507640" y="1154430"/>
                </a:moveTo>
                <a:lnTo>
                  <a:pt x="2476373" y="1154430"/>
                </a:lnTo>
                <a:lnTo>
                  <a:pt x="2482430" y="1146810"/>
                </a:lnTo>
                <a:lnTo>
                  <a:pt x="2482062" y="1146810"/>
                </a:lnTo>
                <a:lnTo>
                  <a:pt x="2487752" y="1139189"/>
                </a:lnTo>
                <a:lnTo>
                  <a:pt x="2487409" y="1139189"/>
                </a:lnTo>
                <a:lnTo>
                  <a:pt x="2492717" y="1131569"/>
                </a:lnTo>
                <a:lnTo>
                  <a:pt x="2492400" y="1131569"/>
                </a:lnTo>
                <a:lnTo>
                  <a:pt x="2497315" y="1122680"/>
                </a:lnTo>
                <a:lnTo>
                  <a:pt x="2497023" y="1123950"/>
                </a:lnTo>
                <a:lnTo>
                  <a:pt x="2525226" y="1123950"/>
                </a:lnTo>
                <a:lnTo>
                  <a:pt x="2524137" y="1126489"/>
                </a:lnTo>
                <a:lnTo>
                  <a:pt x="2519629" y="1135380"/>
                </a:lnTo>
                <a:lnTo>
                  <a:pt x="2514422" y="1144269"/>
                </a:lnTo>
                <a:lnTo>
                  <a:pt x="2514104" y="1144269"/>
                </a:lnTo>
                <a:lnTo>
                  <a:pt x="2508796" y="1153160"/>
                </a:lnTo>
                <a:lnTo>
                  <a:pt x="2508453" y="1153160"/>
                </a:lnTo>
                <a:lnTo>
                  <a:pt x="2507640" y="1154430"/>
                </a:lnTo>
                <a:close/>
              </a:path>
              <a:path w="2545715" h="1248409">
                <a:moveTo>
                  <a:pt x="69902" y="1154430"/>
                </a:moveTo>
                <a:lnTo>
                  <a:pt x="69214" y="1154430"/>
                </a:lnTo>
                <a:lnTo>
                  <a:pt x="68834" y="1153160"/>
                </a:lnTo>
                <a:lnTo>
                  <a:pt x="69902" y="1154430"/>
                </a:lnTo>
                <a:close/>
              </a:path>
              <a:path w="2545715" h="1248409">
                <a:moveTo>
                  <a:pt x="2481948" y="1186180"/>
                </a:moveTo>
                <a:lnTo>
                  <a:pt x="2443137" y="1186180"/>
                </a:lnTo>
                <a:lnTo>
                  <a:pt x="2450846" y="1179830"/>
                </a:lnTo>
                <a:lnTo>
                  <a:pt x="2450376" y="1179830"/>
                </a:lnTo>
                <a:lnTo>
                  <a:pt x="2457780" y="1173480"/>
                </a:lnTo>
                <a:lnTo>
                  <a:pt x="2457335" y="1173480"/>
                </a:lnTo>
                <a:lnTo>
                  <a:pt x="2464422" y="1167130"/>
                </a:lnTo>
                <a:lnTo>
                  <a:pt x="2463990" y="1167130"/>
                </a:lnTo>
                <a:lnTo>
                  <a:pt x="2470746" y="1160780"/>
                </a:lnTo>
                <a:lnTo>
                  <a:pt x="2470340" y="1160780"/>
                </a:lnTo>
                <a:lnTo>
                  <a:pt x="2476754" y="1153160"/>
                </a:lnTo>
                <a:lnTo>
                  <a:pt x="2476373" y="1154430"/>
                </a:lnTo>
                <a:lnTo>
                  <a:pt x="2507640" y="1154430"/>
                </a:lnTo>
                <a:lnTo>
                  <a:pt x="2502763" y="1162050"/>
                </a:lnTo>
                <a:lnTo>
                  <a:pt x="2495956" y="1170939"/>
                </a:lnTo>
                <a:lnTo>
                  <a:pt x="2489542" y="1177289"/>
                </a:lnTo>
                <a:lnTo>
                  <a:pt x="2482380" y="1184910"/>
                </a:lnTo>
                <a:lnTo>
                  <a:pt x="2481948" y="1186180"/>
                </a:lnTo>
                <a:close/>
              </a:path>
              <a:path w="2545715" h="1248409">
                <a:moveTo>
                  <a:pt x="103555" y="1186180"/>
                </a:moveTo>
                <a:lnTo>
                  <a:pt x="102450" y="1186180"/>
                </a:lnTo>
                <a:lnTo>
                  <a:pt x="101955" y="1184910"/>
                </a:lnTo>
                <a:lnTo>
                  <a:pt x="103555" y="1186180"/>
                </a:lnTo>
                <a:close/>
              </a:path>
              <a:path w="2545715" h="1248409">
                <a:moveTo>
                  <a:pt x="2459795" y="1205230"/>
                </a:moveTo>
                <a:lnTo>
                  <a:pt x="2411577" y="1205230"/>
                </a:lnTo>
                <a:lnTo>
                  <a:pt x="2420378" y="1200150"/>
                </a:lnTo>
                <a:lnTo>
                  <a:pt x="2419832" y="1200150"/>
                </a:lnTo>
                <a:lnTo>
                  <a:pt x="2428379" y="1196339"/>
                </a:lnTo>
                <a:lnTo>
                  <a:pt x="2427858" y="1196339"/>
                </a:lnTo>
                <a:lnTo>
                  <a:pt x="2436139" y="1191260"/>
                </a:lnTo>
                <a:lnTo>
                  <a:pt x="2435631" y="1191260"/>
                </a:lnTo>
                <a:lnTo>
                  <a:pt x="2443632" y="1184910"/>
                </a:lnTo>
                <a:lnTo>
                  <a:pt x="2443137" y="1186180"/>
                </a:lnTo>
                <a:lnTo>
                  <a:pt x="2481948" y="1186180"/>
                </a:lnTo>
                <a:lnTo>
                  <a:pt x="2474417" y="1192530"/>
                </a:lnTo>
                <a:lnTo>
                  <a:pt x="2467013" y="1198880"/>
                </a:lnTo>
                <a:lnTo>
                  <a:pt x="2459795" y="1205230"/>
                </a:lnTo>
                <a:close/>
              </a:path>
              <a:path w="2545715" h="1248409">
                <a:moveTo>
                  <a:pt x="135712" y="1205230"/>
                </a:moveTo>
                <a:lnTo>
                  <a:pt x="134010" y="1205230"/>
                </a:lnTo>
                <a:lnTo>
                  <a:pt x="133451" y="1203960"/>
                </a:lnTo>
                <a:lnTo>
                  <a:pt x="135712" y="1205230"/>
                </a:lnTo>
                <a:close/>
              </a:path>
              <a:path w="2545715" h="1248409">
                <a:moveTo>
                  <a:pt x="2450350" y="1211580"/>
                </a:moveTo>
                <a:lnTo>
                  <a:pt x="2394407" y="1211580"/>
                </a:lnTo>
                <a:lnTo>
                  <a:pt x="2403665" y="1209039"/>
                </a:lnTo>
                <a:lnTo>
                  <a:pt x="2403094" y="1209039"/>
                </a:lnTo>
                <a:lnTo>
                  <a:pt x="2412136" y="1203960"/>
                </a:lnTo>
                <a:lnTo>
                  <a:pt x="2411577" y="1205230"/>
                </a:lnTo>
                <a:lnTo>
                  <a:pt x="2459795" y="1205230"/>
                </a:lnTo>
                <a:lnTo>
                  <a:pt x="2458351" y="1206500"/>
                </a:lnTo>
                <a:lnTo>
                  <a:pt x="2450350" y="1211580"/>
                </a:lnTo>
                <a:close/>
              </a:path>
              <a:path w="2545715" h="1248409">
                <a:moveTo>
                  <a:pt x="169163" y="1217930"/>
                </a:moveTo>
                <a:lnTo>
                  <a:pt x="104025" y="1217930"/>
                </a:lnTo>
                <a:lnTo>
                  <a:pt x="95745" y="1211580"/>
                </a:lnTo>
                <a:lnTo>
                  <a:pt x="150596" y="1211580"/>
                </a:lnTo>
                <a:lnTo>
                  <a:pt x="160070" y="1215389"/>
                </a:lnTo>
                <a:lnTo>
                  <a:pt x="159473" y="1215389"/>
                </a:lnTo>
                <a:lnTo>
                  <a:pt x="169163" y="1217930"/>
                </a:lnTo>
                <a:close/>
              </a:path>
              <a:path w="2545715" h="1248409">
                <a:moveTo>
                  <a:pt x="2441562" y="1217930"/>
                </a:moveTo>
                <a:lnTo>
                  <a:pt x="2376423" y="1217930"/>
                </a:lnTo>
                <a:lnTo>
                  <a:pt x="2386114" y="1215389"/>
                </a:lnTo>
                <a:lnTo>
                  <a:pt x="2385517" y="1215389"/>
                </a:lnTo>
                <a:lnTo>
                  <a:pt x="2394991" y="1211580"/>
                </a:lnTo>
                <a:lnTo>
                  <a:pt x="2449842" y="1211580"/>
                </a:lnTo>
                <a:lnTo>
                  <a:pt x="2441562" y="1217930"/>
                </a:lnTo>
                <a:close/>
              </a:path>
              <a:path w="2545715" h="1248409">
                <a:moveTo>
                  <a:pt x="2413558" y="1231899"/>
                </a:moveTo>
                <a:lnTo>
                  <a:pt x="132029" y="1231899"/>
                </a:lnTo>
                <a:lnTo>
                  <a:pt x="122427" y="1226819"/>
                </a:lnTo>
                <a:lnTo>
                  <a:pt x="113626" y="1223010"/>
                </a:lnTo>
                <a:lnTo>
                  <a:pt x="104546" y="1217930"/>
                </a:lnTo>
                <a:lnTo>
                  <a:pt x="168541" y="1217930"/>
                </a:lnTo>
                <a:lnTo>
                  <a:pt x="177129" y="1219033"/>
                </a:lnTo>
                <a:lnTo>
                  <a:pt x="187827" y="1221739"/>
                </a:lnTo>
                <a:lnTo>
                  <a:pt x="187210" y="1221739"/>
                </a:lnTo>
                <a:lnTo>
                  <a:pt x="197421" y="1223010"/>
                </a:lnTo>
                <a:lnTo>
                  <a:pt x="2432494" y="1223010"/>
                </a:lnTo>
                <a:lnTo>
                  <a:pt x="2423159" y="1226819"/>
                </a:lnTo>
                <a:lnTo>
                  <a:pt x="2413558" y="1231899"/>
                </a:lnTo>
                <a:close/>
              </a:path>
              <a:path w="2545715" h="1248409">
                <a:moveTo>
                  <a:pt x="2432494" y="1223010"/>
                </a:moveTo>
                <a:lnTo>
                  <a:pt x="2348166" y="1223010"/>
                </a:lnTo>
                <a:lnTo>
                  <a:pt x="2358377" y="1221739"/>
                </a:lnTo>
                <a:lnTo>
                  <a:pt x="2357741" y="1221739"/>
                </a:lnTo>
                <a:lnTo>
                  <a:pt x="2368458" y="1219033"/>
                </a:lnTo>
                <a:lnTo>
                  <a:pt x="2377046" y="1217930"/>
                </a:lnTo>
                <a:lnTo>
                  <a:pt x="2441041" y="1217930"/>
                </a:lnTo>
                <a:lnTo>
                  <a:pt x="2432494" y="1223010"/>
                </a:lnTo>
                <a:close/>
              </a:path>
              <a:path w="2545715" h="1248409">
                <a:moveTo>
                  <a:pt x="2393657" y="1239519"/>
                </a:moveTo>
                <a:lnTo>
                  <a:pt x="151930" y="1239519"/>
                </a:lnTo>
                <a:lnTo>
                  <a:pt x="142455" y="1235710"/>
                </a:lnTo>
                <a:lnTo>
                  <a:pt x="132600" y="1231899"/>
                </a:lnTo>
                <a:lnTo>
                  <a:pt x="2412987" y="1231899"/>
                </a:lnTo>
                <a:lnTo>
                  <a:pt x="2403132" y="1235710"/>
                </a:lnTo>
                <a:lnTo>
                  <a:pt x="2393657" y="1239519"/>
                </a:lnTo>
                <a:close/>
              </a:path>
              <a:path w="2545715" h="1248409">
                <a:moveTo>
                  <a:pt x="2372880" y="1244599"/>
                </a:moveTo>
                <a:lnTo>
                  <a:pt x="172707" y="1244599"/>
                </a:lnTo>
                <a:lnTo>
                  <a:pt x="162826" y="1242060"/>
                </a:lnTo>
                <a:lnTo>
                  <a:pt x="152539" y="1239519"/>
                </a:lnTo>
                <a:lnTo>
                  <a:pt x="2393048" y="1239519"/>
                </a:lnTo>
                <a:lnTo>
                  <a:pt x="2382761" y="1242060"/>
                </a:lnTo>
                <a:lnTo>
                  <a:pt x="2372880" y="1244599"/>
                </a:lnTo>
                <a:close/>
              </a:path>
              <a:path w="2545715" h="1248409">
                <a:moveTo>
                  <a:pt x="2351366" y="1248410"/>
                </a:moveTo>
                <a:lnTo>
                  <a:pt x="194703" y="1248410"/>
                </a:lnTo>
                <a:lnTo>
                  <a:pt x="184010" y="1247139"/>
                </a:lnTo>
                <a:lnTo>
                  <a:pt x="173329" y="1244599"/>
                </a:lnTo>
                <a:lnTo>
                  <a:pt x="2372258" y="1244599"/>
                </a:lnTo>
                <a:lnTo>
                  <a:pt x="2362212" y="1245869"/>
                </a:lnTo>
                <a:lnTo>
                  <a:pt x="2361577" y="1247139"/>
                </a:lnTo>
                <a:lnTo>
                  <a:pt x="2351366" y="12484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567805" y="5369559"/>
            <a:ext cx="2155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RISK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CATEGORISATION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254836" y="3488130"/>
            <a:ext cx="7638415" cy="2607310"/>
          </a:xfrm>
          <a:custGeom>
            <a:avLst/>
            <a:gdLst/>
            <a:ahLst/>
            <a:cxnLst/>
            <a:rect l="l" t="t" r="r" b="b"/>
            <a:pathLst>
              <a:path w="7638415" h="2607310">
                <a:moveTo>
                  <a:pt x="5157394" y="2569133"/>
                </a:moveTo>
                <a:lnTo>
                  <a:pt x="3788968" y="2569133"/>
                </a:lnTo>
                <a:lnTo>
                  <a:pt x="3788968" y="247573"/>
                </a:lnTo>
                <a:lnTo>
                  <a:pt x="3788968" y="228523"/>
                </a:lnTo>
                <a:lnTo>
                  <a:pt x="3769918" y="209473"/>
                </a:lnTo>
                <a:lnTo>
                  <a:pt x="2489454" y="209473"/>
                </a:lnTo>
                <a:lnTo>
                  <a:pt x="2542883" y="178308"/>
                </a:lnTo>
                <a:lnTo>
                  <a:pt x="2552331" y="161759"/>
                </a:lnTo>
                <a:lnTo>
                  <a:pt x="2552027" y="158457"/>
                </a:lnTo>
                <a:lnTo>
                  <a:pt x="2533192" y="142798"/>
                </a:lnTo>
                <a:lnTo>
                  <a:pt x="2530157" y="143078"/>
                </a:lnTo>
                <a:lnTo>
                  <a:pt x="2529979" y="143078"/>
                </a:lnTo>
                <a:lnTo>
                  <a:pt x="2526919" y="143916"/>
                </a:lnTo>
                <a:lnTo>
                  <a:pt x="2523833" y="145313"/>
                </a:lnTo>
                <a:lnTo>
                  <a:pt x="2393797" y="221170"/>
                </a:lnTo>
                <a:lnTo>
                  <a:pt x="2393797" y="215900"/>
                </a:lnTo>
                <a:lnTo>
                  <a:pt x="2393569" y="203200"/>
                </a:lnTo>
                <a:lnTo>
                  <a:pt x="2392692" y="203200"/>
                </a:lnTo>
                <a:lnTo>
                  <a:pt x="2392032" y="190500"/>
                </a:lnTo>
                <a:lnTo>
                  <a:pt x="2391206" y="190500"/>
                </a:lnTo>
                <a:lnTo>
                  <a:pt x="2389327" y="177800"/>
                </a:lnTo>
                <a:lnTo>
                  <a:pt x="2386660" y="165100"/>
                </a:lnTo>
                <a:lnTo>
                  <a:pt x="2383777" y="152400"/>
                </a:lnTo>
                <a:lnTo>
                  <a:pt x="2380221" y="139700"/>
                </a:lnTo>
                <a:lnTo>
                  <a:pt x="2376182" y="127000"/>
                </a:lnTo>
                <a:lnTo>
                  <a:pt x="2371382" y="127000"/>
                </a:lnTo>
                <a:lnTo>
                  <a:pt x="2368473" y="119646"/>
                </a:lnTo>
                <a:lnTo>
                  <a:pt x="2368473" y="1079500"/>
                </a:lnTo>
                <a:lnTo>
                  <a:pt x="2368207" y="1092200"/>
                </a:lnTo>
                <a:lnTo>
                  <a:pt x="2367419" y="1092200"/>
                </a:lnTo>
                <a:lnTo>
                  <a:pt x="2366835" y="1104900"/>
                </a:lnTo>
                <a:lnTo>
                  <a:pt x="2366137" y="1104900"/>
                </a:lnTo>
                <a:lnTo>
                  <a:pt x="2364321" y="1117600"/>
                </a:lnTo>
                <a:lnTo>
                  <a:pt x="2362060" y="1130300"/>
                </a:lnTo>
                <a:lnTo>
                  <a:pt x="2359533" y="1130300"/>
                </a:lnTo>
                <a:lnTo>
                  <a:pt x="2356167" y="1143000"/>
                </a:lnTo>
                <a:lnTo>
                  <a:pt x="2356383" y="1143000"/>
                </a:lnTo>
                <a:lnTo>
                  <a:pt x="2352548" y="1155700"/>
                </a:lnTo>
                <a:lnTo>
                  <a:pt x="2352789" y="1155700"/>
                </a:lnTo>
                <a:lnTo>
                  <a:pt x="2348509" y="1168400"/>
                </a:lnTo>
                <a:lnTo>
                  <a:pt x="2344343" y="1168400"/>
                </a:lnTo>
                <a:lnTo>
                  <a:pt x="2339200" y="1181100"/>
                </a:lnTo>
                <a:lnTo>
                  <a:pt x="2339517" y="1181100"/>
                </a:lnTo>
                <a:lnTo>
                  <a:pt x="2333955" y="1193800"/>
                </a:lnTo>
                <a:lnTo>
                  <a:pt x="2328697" y="1193800"/>
                </a:lnTo>
                <a:lnTo>
                  <a:pt x="2322347" y="1206500"/>
                </a:lnTo>
                <a:lnTo>
                  <a:pt x="2316416" y="1206500"/>
                </a:lnTo>
                <a:lnTo>
                  <a:pt x="2309330" y="1219200"/>
                </a:lnTo>
                <a:lnTo>
                  <a:pt x="2302789" y="1219200"/>
                </a:lnTo>
                <a:lnTo>
                  <a:pt x="2295017" y="1231900"/>
                </a:lnTo>
                <a:lnTo>
                  <a:pt x="2287892" y="1231900"/>
                </a:lnTo>
                <a:lnTo>
                  <a:pt x="2279510" y="1244600"/>
                </a:lnTo>
                <a:lnTo>
                  <a:pt x="2271865" y="1244600"/>
                </a:lnTo>
                <a:lnTo>
                  <a:pt x="2262911" y="1257300"/>
                </a:lnTo>
                <a:lnTo>
                  <a:pt x="2245880" y="1257300"/>
                </a:lnTo>
                <a:lnTo>
                  <a:pt x="2236165" y="1270000"/>
                </a:lnTo>
                <a:lnTo>
                  <a:pt x="2182939" y="1270000"/>
                </a:lnTo>
                <a:lnTo>
                  <a:pt x="2177491" y="1282700"/>
                </a:lnTo>
                <a:lnTo>
                  <a:pt x="216306" y="1282700"/>
                </a:lnTo>
                <a:lnTo>
                  <a:pt x="210858" y="1270000"/>
                </a:lnTo>
                <a:lnTo>
                  <a:pt x="157632" y="1270000"/>
                </a:lnTo>
                <a:lnTo>
                  <a:pt x="147916" y="1257300"/>
                </a:lnTo>
                <a:lnTo>
                  <a:pt x="130886" y="1257300"/>
                </a:lnTo>
                <a:lnTo>
                  <a:pt x="121932" y="1244600"/>
                </a:lnTo>
                <a:lnTo>
                  <a:pt x="114287" y="1244600"/>
                </a:lnTo>
                <a:lnTo>
                  <a:pt x="105905" y="1231900"/>
                </a:lnTo>
                <a:lnTo>
                  <a:pt x="98780" y="1231900"/>
                </a:lnTo>
                <a:lnTo>
                  <a:pt x="91008" y="1219200"/>
                </a:lnTo>
                <a:lnTo>
                  <a:pt x="84467" y="1219200"/>
                </a:lnTo>
                <a:lnTo>
                  <a:pt x="77381" y="1206500"/>
                </a:lnTo>
                <a:lnTo>
                  <a:pt x="71450" y="1206500"/>
                </a:lnTo>
                <a:lnTo>
                  <a:pt x="65100" y="1193800"/>
                </a:lnTo>
                <a:lnTo>
                  <a:pt x="59842" y="1193800"/>
                </a:lnTo>
                <a:lnTo>
                  <a:pt x="54279" y="1181100"/>
                </a:lnTo>
                <a:lnTo>
                  <a:pt x="54597" y="1181100"/>
                </a:lnTo>
                <a:lnTo>
                  <a:pt x="49453" y="1168400"/>
                </a:lnTo>
                <a:lnTo>
                  <a:pt x="45288" y="1168400"/>
                </a:lnTo>
                <a:lnTo>
                  <a:pt x="41008" y="1155700"/>
                </a:lnTo>
                <a:lnTo>
                  <a:pt x="41249" y="1155700"/>
                </a:lnTo>
                <a:lnTo>
                  <a:pt x="37414" y="1143000"/>
                </a:lnTo>
                <a:lnTo>
                  <a:pt x="37630" y="1143000"/>
                </a:lnTo>
                <a:lnTo>
                  <a:pt x="34264" y="1130300"/>
                </a:lnTo>
                <a:lnTo>
                  <a:pt x="31737" y="1130300"/>
                </a:lnTo>
                <a:lnTo>
                  <a:pt x="29349" y="1117600"/>
                </a:lnTo>
                <a:lnTo>
                  <a:pt x="27584" y="1104900"/>
                </a:lnTo>
                <a:lnTo>
                  <a:pt x="26924" y="1104900"/>
                </a:lnTo>
                <a:lnTo>
                  <a:pt x="26339" y="1092200"/>
                </a:lnTo>
                <a:lnTo>
                  <a:pt x="25577" y="1092200"/>
                </a:lnTo>
                <a:lnTo>
                  <a:pt x="25387" y="1079500"/>
                </a:lnTo>
                <a:lnTo>
                  <a:pt x="25323" y="215900"/>
                </a:lnTo>
                <a:lnTo>
                  <a:pt x="25590" y="215900"/>
                </a:lnTo>
                <a:lnTo>
                  <a:pt x="25920" y="203200"/>
                </a:lnTo>
                <a:lnTo>
                  <a:pt x="26377" y="203200"/>
                </a:lnTo>
                <a:lnTo>
                  <a:pt x="26962" y="190500"/>
                </a:lnTo>
                <a:lnTo>
                  <a:pt x="27660" y="190500"/>
                </a:lnTo>
                <a:lnTo>
                  <a:pt x="29476" y="177800"/>
                </a:lnTo>
                <a:lnTo>
                  <a:pt x="31737" y="165100"/>
                </a:lnTo>
                <a:lnTo>
                  <a:pt x="34264" y="165100"/>
                </a:lnTo>
                <a:lnTo>
                  <a:pt x="37630" y="152400"/>
                </a:lnTo>
                <a:lnTo>
                  <a:pt x="37414" y="152400"/>
                </a:lnTo>
                <a:lnTo>
                  <a:pt x="41249" y="139700"/>
                </a:lnTo>
                <a:lnTo>
                  <a:pt x="41008" y="139700"/>
                </a:lnTo>
                <a:lnTo>
                  <a:pt x="45288" y="127000"/>
                </a:lnTo>
                <a:lnTo>
                  <a:pt x="49453" y="127000"/>
                </a:lnTo>
                <a:lnTo>
                  <a:pt x="54597" y="114300"/>
                </a:lnTo>
                <a:lnTo>
                  <a:pt x="54279" y="114300"/>
                </a:lnTo>
                <a:lnTo>
                  <a:pt x="59842" y="101600"/>
                </a:lnTo>
                <a:lnTo>
                  <a:pt x="65100" y="101600"/>
                </a:lnTo>
                <a:lnTo>
                  <a:pt x="71450" y="88900"/>
                </a:lnTo>
                <a:lnTo>
                  <a:pt x="77381" y="88900"/>
                </a:lnTo>
                <a:lnTo>
                  <a:pt x="84467" y="76200"/>
                </a:lnTo>
                <a:lnTo>
                  <a:pt x="91008" y="76200"/>
                </a:lnTo>
                <a:lnTo>
                  <a:pt x="98780" y="63500"/>
                </a:lnTo>
                <a:lnTo>
                  <a:pt x="105905" y="63500"/>
                </a:lnTo>
                <a:lnTo>
                  <a:pt x="114287" y="50800"/>
                </a:lnTo>
                <a:lnTo>
                  <a:pt x="121932" y="50800"/>
                </a:lnTo>
                <a:lnTo>
                  <a:pt x="130886" y="38100"/>
                </a:lnTo>
                <a:lnTo>
                  <a:pt x="147916" y="38100"/>
                </a:lnTo>
                <a:lnTo>
                  <a:pt x="157632" y="25400"/>
                </a:lnTo>
                <a:lnTo>
                  <a:pt x="215988" y="25400"/>
                </a:lnTo>
                <a:lnTo>
                  <a:pt x="221475" y="12700"/>
                </a:lnTo>
                <a:lnTo>
                  <a:pt x="2172322" y="12700"/>
                </a:lnTo>
                <a:lnTo>
                  <a:pt x="2177808" y="25400"/>
                </a:lnTo>
                <a:lnTo>
                  <a:pt x="2236165" y="25400"/>
                </a:lnTo>
                <a:lnTo>
                  <a:pt x="2245880" y="38100"/>
                </a:lnTo>
                <a:lnTo>
                  <a:pt x="2262911" y="38100"/>
                </a:lnTo>
                <a:lnTo>
                  <a:pt x="2271865" y="50800"/>
                </a:lnTo>
                <a:lnTo>
                  <a:pt x="2279510" y="50800"/>
                </a:lnTo>
                <a:lnTo>
                  <a:pt x="2287892" y="63500"/>
                </a:lnTo>
                <a:lnTo>
                  <a:pt x="2295017" y="63500"/>
                </a:lnTo>
                <a:lnTo>
                  <a:pt x="2302789" y="76200"/>
                </a:lnTo>
                <a:lnTo>
                  <a:pt x="2309330" y="76200"/>
                </a:lnTo>
                <a:lnTo>
                  <a:pt x="2316416" y="88900"/>
                </a:lnTo>
                <a:lnTo>
                  <a:pt x="2322347" y="88900"/>
                </a:lnTo>
                <a:lnTo>
                  <a:pt x="2328697" y="101600"/>
                </a:lnTo>
                <a:lnTo>
                  <a:pt x="2333955" y="101600"/>
                </a:lnTo>
                <a:lnTo>
                  <a:pt x="2339517" y="114300"/>
                </a:lnTo>
                <a:lnTo>
                  <a:pt x="2339200" y="114300"/>
                </a:lnTo>
                <a:lnTo>
                  <a:pt x="2344343" y="127000"/>
                </a:lnTo>
                <a:lnTo>
                  <a:pt x="2348509" y="127000"/>
                </a:lnTo>
                <a:lnTo>
                  <a:pt x="2352789" y="139700"/>
                </a:lnTo>
                <a:lnTo>
                  <a:pt x="2352548" y="139700"/>
                </a:lnTo>
                <a:lnTo>
                  <a:pt x="2356383" y="152400"/>
                </a:lnTo>
                <a:lnTo>
                  <a:pt x="2356167" y="152400"/>
                </a:lnTo>
                <a:lnTo>
                  <a:pt x="2359533" y="165100"/>
                </a:lnTo>
                <a:lnTo>
                  <a:pt x="2362060" y="165100"/>
                </a:lnTo>
                <a:lnTo>
                  <a:pt x="2364448" y="177800"/>
                </a:lnTo>
                <a:lnTo>
                  <a:pt x="2366213" y="190500"/>
                </a:lnTo>
                <a:lnTo>
                  <a:pt x="2366873" y="190500"/>
                </a:lnTo>
                <a:lnTo>
                  <a:pt x="2367457" y="203200"/>
                </a:lnTo>
                <a:lnTo>
                  <a:pt x="2367902" y="203200"/>
                </a:lnTo>
                <a:lnTo>
                  <a:pt x="2368219" y="215900"/>
                </a:lnTo>
                <a:lnTo>
                  <a:pt x="2368410" y="215900"/>
                </a:lnTo>
                <a:lnTo>
                  <a:pt x="2368473" y="1079500"/>
                </a:lnTo>
                <a:lnTo>
                  <a:pt x="2368473" y="119646"/>
                </a:lnTo>
                <a:lnTo>
                  <a:pt x="2366365" y="114300"/>
                </a:lnTo>
                <a:lnTo>
                  <a:pt x="2361222" y="101600"/>
                </a:lnTo>
                <a:lnTo>
                  <a:pt x="2360904" y="101600"/>
                </a:lnTo>
                <a:lnTo>
                  <a:pt x="2355342" y="88900"/>
                </a:lnTo>
                <a:lnTo>
                  <a:pt x="2348661" y="88900"/>
                </a:lnTo>
                <a:lnTo>
                  <a:pt x="2335212" y="63500"/>
                </a:lnTo>
                <a:lnTo>
                  <a:pt x="2327287" y="63500"/>
                </a:lnTo>
                <a:lnTo>
                  <a:pt x="2319413" y="50800"/>
                </a:lnTo>
                <a:lnTo>
                  <a:pt x="2311654" y="50800"/>
                </a:lnTo>
                <a:lnTo>
                  <a:pt x="2302624" y="38100"/>
                </a:lnTo>
                <a:lnTo>
                  <a:pt x="2293721" y="38100"/>
                </a:lnTo>
                <a:lnTo>
                  <a:pt x="2285047" y="25400"/>
                </a:lnTo>
                <a:lnTo>
                  <a:pt x="2275573" y="25400"/>
                </a:lnTo>
                <a:lnTo>
                  <a:pt x="2265807" y="12700"/>
                </a:lnTo>
                <a:lnTo>
                  <a:pt x="2244902" y="12700"/>
                </a:lnTo>
                <a:lnTo>
                  <a:pt x="2234361" y="0"/>
                </a:lnTo>
                <a:lnTo>
                  <a:pt x="159435" y="0"/>
                </a:lnTo>
                <a:lnTo>
                  <a:pt x="148894" y="12700"/>
                </a:lnTo>
                <a:lnTo>
                  <a:pt x="127990" y="12700"/>
                </a:lnTo>
                <a:lnTo>
                  <a:pt x="118224" y="25400"/>
                </a:lnTo>
                <a:lnTo>
                  <a:pt x="108750" y="25400"/>
                </a:lnTo>
                <a:lnTo>
                  <a:pt x="100076" y="38100"/>
                </a:lnTo>
                <a:lnTo>
                  <a:pt x="90690" y="38100"/>
                </a:lnTo>
                <a:lnTo>
                  <a:pt x="82143" y="50800"/>
                </a:lnTo>
                <a:lnTo>
                  <a:pt x="74383" y="50800"/>
                </a:lnTo>
                <a:lnTo>
                  <a:pt x="66509" y="63500"/>
                </a:lnTo>
                <a:lnTo>
                  <a:pt x="58585" y="63500"/>
                </a:lnTo>
                <a:lnTo>
                  <a:pt x="45135" y="88900"/>
                </a:lnTo>
                <a:lnTo>
                  <a:pt x="38455" y="88900"/>
                </a:lnTo>
                <a:lnTo>
                  <a:pt x="32893" y="101600"/>
                </a:lnTo>
                <a:lnTo>
                  <a:pt x="32575" y="101600"/>
                </a:lnTo>
                <a:lnTo>
                  <a:pt x="27432" y="114300"/>
                </a:lnTo>
                <a:lnTo>
                  <a:pt x="22415" y="127000"/>
                </a:lnTo>
                <a:lnTo>
                  <a:pt x="17614" y="127000"/>
                </a:lnTo>
                <a:lnTo>
                  <a:pt x="7137" y="165100"/>
                </a:lnTo>
                <a:lnTo>
                  <a:pt x="2514" y="190500"/>
                </a:lnTo>
                <a:lnTo>
                  <a:pt x="1727" y="190500"/>
                </a:lnTo>
                <a:lnTo>
                  <a:pt x="1079" y="203200"/>
                </a:lnTo>
                <a:lnTo>
                  <a:pt x="215" y="203200"/>
                </a:lnTo>
                <a:lnTo>
                  <a:pt x="0" y="215900"/>
                </a:lnTo>
                <a:lnTo>
                  <a:pt x="0" y="1079500"/>
                </a:lnTo>
                <a:lnTo>
                  <a:pt x="228" y="1092200"/>
                </a:lnTo>
                <a:lnTo>
                  <a:pt x="596" y="1092200"/>
                </a:lnTo>
                <a:lnTo>
                  <a:pt x="1104" y="1104900"/>
                </a:lnTo>
                <a:lnTo>
                  <a:pt x="2590" y="1104900"/>
                </a:lnTo>
                <a:lnTo>
                  <a:pt x="4102" y="1115161"/>
                </a:lnTo>
                <a:lnTo>
                  <a:pt x="7137" y="1130300"/>
                </a:lnTo>
                <a:lnTo>
                  <a:pt x="10020" y="1143000"/>
                </a:lnTo>
                <a:lnTo>
                  <a:pt x="13576" y="1155700"/>
                </a:lnTo>
                <a:lnTo>
                  <a:pt x="17614" y="1168400"/>
                </a:lnTo>
                <a:lnTo>
                  <a:pt x="22415" y="1168400"/>
                </a:lnTo>
                <a:lnTo>
                  <a:pt x="27432" y="1181100"/>
                </a:lnTo>
                <a:lnTo>
                  <a:pt x="32575" y="1193800"/>
                </a:lnTo>
                <a:lnTo>
                  <a:pt x="32893" y="1193800"/>
                </a:lnTo>
                <a:lnTo>
                  <a:pt x="38455" y="1206500"/>
                </a:lnTo>
                <a:lnTo>
                  <a:pt x="45135" y="1206500"/>
                </a:lnTo>
                <a:lnTo>
                  <a:pt x="58585" y="1231900"/>
                </a:lnTo>
                <a:lnTo>
                  <a:pt x="66509" y="1231900"/>
                </a:lnTo>
                <a:lnTo>
                  <a:pt x="74383" y="1244600"/>
                </a:lnTo>
                <a:lnTo>
                  <a:pt x="82143" y="1244600"/>
                </a:lnTo>
                <a:lnTo>
                  <a:pt x="90690" y="1257300"/>
                </a:lnTo>
                <a:lnTo>
                  <a:pt x="99568" y="1257300"/>
                </a:lnTo>
                <a:lnTo>
                  <a:pt x="100076" y="1270000"/>
                </a:lnTo>
                <a:lnTo>
                  <a:pt x="118224" y="1270000"/>
                </a:lnTo>
                <a:lnTo>
                  <a:pt x="127990" y="1282700"/>
                </a:lnTo>
                <a:lnTo>
                  <a:pt x="148894" y="1282700"/>
                </a:lnTo>
                <a:lnTo>
                  <a:pt x="159435" y="1295400"/>
                </a:lnTo>
                <a:lnTo>
                  <a:pt x="209257" y="1295400"/>
                </a:lnTo>
                <a:lnTo>
                  <a:pt x="215023" y="1308100"/>
                </a:lnTo>
                <a:lnTo>
                  <a:pt x="2179091" y="1308100"/>
                </a:lnTo>
                <a:lnTo>
                  <a:pt x="2184870" y="1295400"/>
                </a:lnTo>
                <a:lnTo>
                  <a:pt x="2234361" y="1295400"/>
                </a:lnTo>
                <a:lnTo>
                  <a:pt x="2244902" y="1282700"/>
                </a:lnTo>
                <a:lnTo>
                  <a:pt x="2265807" y="1282700"/>
                </a:lnTo>
                <a:lnTo>
                  <a:pt x="2275573" y="1270000"/>
                </a:lnTo>
                <a:lnTo>
                  <a:pt x="2293721" y="1270000"/>
                </a:lnTo>
                <a:lnTo>
                  <a:pt x="2294229" y="1257300"/>
                </a:lnTo>
                <a:lnTo>
                  <a:pt x="2302624" y="1257300"/>
                </a:lnTo>
                <a:lnTo>
                  <a:pt x="2311654" y="1244600"/>
                </a:lnTo>
                <a:lnTo>
                  <a:pt x="2319413" y="1244600"/>
                </a:lnTo>
                <a:lnTo>
                  <a:pt x="2327287" y="1231900"/>
                </a:lnTo>
                <a:lnTo>
                  <a:pt x="2335212" y="1231900"/>
                </a:lnTo>
                <a:lnTo>
                  <a:pt x="2348661" y="1206500"/>
                </a:lnTo>
                <a:lnTo>
                  <a:pt x="2355342" y="1206500"/>
                </a:lnTo>
                <a:lnTo>
                  <a:pt x="2360904" y="1193800"/>
                </a:lnTo>
                <a:lnTo>
                  <a:pt x="2361222" y="1193800"/>
                </a:lnTo>
                <a:lnTo>
                  <a:pt x="2366365" y="1181100"/>
                </a:lnTo>
                <a:lnTo>
                  <a:pt x="2371382" y="1168400"/>
                </a:lnTo>
                <a:lnTo>
                  <a:pt x="2376182" y="1168400"/>
                </a:lnTo>
                <a:lnTo>
                  <a:pt x="2386660" y="1130300"/>
                </a:lnTo>
                <a:lnTo>
                  <a:pt x="2391283" y="1104900"/>
                </a:lnTo>
                <a:lnTo>
                  <a:pt x="2392718" y="1104900"/>
                </a:lnTo>
                <a:lnTo>
                  <a:pt x="2393226" y="1092200"/>
                </a:lnTo>
                <a:lnTo>
                  <a:pt x="2393581" y="1092200"/>
                </a:lnTo>
                <a:lnTo>
                  <a:pt x="2393797" y="1079500"/>
                </a:lnTo>
                <a:lnTo>
                  <a:pt x="2393797" y="235889"/>
                </a:lnTo>
                <a:lnTo>
                  <a:pt x="2523680" y="311658"/>
                </a:lnTo>
                <a:lnTo>
                  <a:pt x="2526690" y="313067"/>
                </a:lnTo>
                <a:lnTo>
                  <a:pt x="2529890" y="313944"/>
                </a:lnTo>
                <a:lnTo>
                  <a:pt x="2533192" y="314248"/>
                </a:lnTo>
                <a:lnTo>
                  <a:pt x="2536799" y="313944"/>
                </a:lnTo>
                <a:lnTo>
                  <a:pt x="2536596" y="313944"/>
                </a:lnTo>
                <a:lnTo>
                  <a:pt x="2539847" y="313067"/>
                </a:lnTo>
                <a:lnTo>
                  <a:pt x="2552331" y="295287"/>
                </a:lnTo>
                <a:lnTo>
                  <a:pt x="2552052" y="291973"/>
                </a:lnTo>
                <a:lnTo>
                  <a:pt x="2489454" y="247573"/>
                </a:lnTo>
                <a:lnTo>
                  <a:pt x="3750868" y="247573"/>
                </a:lnTo>
                <a:lnTo>
                  <a:pt x="3750868" y="2588183"/>
                </a:lnTo>
                <a:lnTo>
                  <a:pt x="3751161" y="2591485"/>
                </a:lnTo>
                <a:lnTo>
                  <a:pt x="3769918" y="2607233"/>
                </a:lnTo>
                <a:lnTo>
                  <a:pt x="5157394" y="2607233"/>
                </a:lnTo>
                <a:lnTo>
                  <a:pt x="5157394" y="2588183"/>
                </a:lnTo>
                <a:lnTo>
                  <a:pt x="5157394" y="2569133"/>
                </a:lnTo>
                <a:close/>
              </a:path>
              <a:path w="7638415" h="2607310">
                <a:moveTo>
                  <a:pt x="7637958" y="2191943"/>
                </a:moveTo>
                <a:lnTo>
                  <a:pt x="7637450" y="2153843"/>
                </a:lnTo>
                <a:lnTo>
                  <a:pt x="5116500" y="2187498"/>
                </a:lnTo>
                <a:lnTo>
                  <a:pt x="5117008" y="2225598"/>
                </a:lnTo>
                <a:lnTo>
                  <a:pt x="7637958" y="21919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490970" y="5797550"/>
            <a:ext cx="22593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Outputs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mapped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to LOW,Medium,High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Tiers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45894" y="3634740"/>
            <a:ext cx="1452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OUTPUT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LAYER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267460" y="4123690"/>
            <a:ext cx="2368550" cy="38100"/>
          </a:xfrm>
          <a:custGeom>
            <a:avLst/>
            <a:gdLst/>
            <a:ahLst/>
            <a:cxnLst/>
            <a:rect l="l" t="t" r="r" b="b"/>
            <a:pathLst>
              <a:path w="2368550" h="38100">
                <a:moveTo>
                  <a:pt x="2368550" y="38100"/>
                </a:moveTo>
                <a:lnTo>
                  <a:pt x="0" y="38100"/>
                </a:lnTo>
                <a:lnTo>
                  <a:pt x="0" y="0"/>
                </a:lnTo>
                <a:lnTo>
                  <a:pt x="2368550" y="0"/>
                </a:lnTo>
                <a:lnTo>
                  <a:pt x="236855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407794" y="4126865"/>
            <a:ext cx="13417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Data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Stored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in </a:t>
            </a:r>
            <a:r>
              <a:rPr sz="1800" spc="-10" dirty="0">
                <a:latin typeface="Calibri"/>
                <a:cs typeface="Calibri"/>
              </a:rPr>
              <a:t>Database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4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0515" y="4798415"/>
            <a:ext cx="4378248" cy="1666595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502919" y="5450204"/>
            <a:ext cx="12103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MENTOR </a:t>
            </a:r>
            <a:r>
              <a:rPr sz="1800" spc="-20" dirty="0">
                <a:latin typeface="Calibri"/>
                <a:cs typeface="Calibri"/>
              </a:rPr>
              <a:t>DASHBOARD </a:t>
            </a:r>
            <a:r>
              <a:rPr sz="1800" spc="-10" dirty="0">
                <a:latin typeface="Calibri"/>
                <a:cs typeface="Calibri"/>
              </a:rPr>
              <a:t>DISPLAY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03220" y="5365115"/>
            <a:ext cx="15316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STUDENT </a:t>
            </a:r>
            <a:r>
              <a:rPr sz="1800" spc="-25" dirty="0">
                <a:latin typeface="Calibri"/>
                <a:cs typeface="Calibri"/>
              </a:rPr>
              <a:t>PORTAL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DISPLAY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370102" y="4879543"/>
            <a:ext cx="171450" cy="421640"/>
          </a:xfrm>
          <a:custGeom>
            <a:avLst/>
            <a:gdLst/>
            <a:ahLst/>
            <a:cxnLst/>
            <a:rect l="l" t="t" r="r" b="b"/>
            <a:pathLst>
              <a:path w="171450" h="421639">
                <a:moveTo>
                  <a:pt x="83970" y="345835"/>
                </a:moveTo>
                <a:lnTo>
                  <a:pt x="65663" y="312756"/>
                </a:lnTo>
                <a:lnTo>
                  <a:pt x="72713" y="863"/>
                </a:lnTo>
                <a:lnTo>
                  <a:pt x="72732" y="0"/>
                </a:lnTo>
                <a:lnTo>
                  <a:pt x="110832" y="863"/>
                </a:lnTo>
                <a:lnTo>
                  <a:pt x="103773" y="312756"/>
                </a:lnTo>
                <a:lnTo>
                  <a:pt x="103753" y="313617"/>
                </a:lnTo>
                <a:lnTo>
                  <a:pt x="83970" y="345835"/>
                </a:lnTo>
                <a:close/>
              </a:path>
              <a:path w="171450" h="421639">
                <a:moveTo>
                  <a:pt x="82257" y="421436"/>
                </a:moveTo>
                <a:lnTo>
                  <a:pt x="2374" y="277088"/>
                </a:lnTo>
                <a:lnTo>
                  <a:pt x="0" y="267512"/>
                </a:lnTo>
                <a:lnTo>
                  <a:pt x="276" y="264845"/>
                </a:lnTo>
                <a:lnTo>
                  <a:pt x="19380" y="248818"/>
                </a:lnTo>
                <a:lnTo>
                  <a:pt x="21581" y="249047"/>
                </a:lnTo>
                <a:lnTo>
                  <a:pt x="22282" y="249047"/>
                </a:lnTo>
                <a:lnTo>
                  <a:pt x="65663" y="312756"/>
                </a:lnTo>
                <a:lnTo>
                  <a:pt x="64071" y="383209"/>
                </a:lnTo>
                <a:lnTo>
                  <a:pt x="102158" y="384073"/>
                </a:lnTo>
                <a:lnTo>
                  <a:pt x="105202" y="384073"/>
                </a:lnTo>
                <a:lnTo>
                  <a:pt x="82257" y="421436"/>
                </a:lnTo>
                <a:close/>
              </a:path>
              <a:path w="171450" h="421639">
                <a:moveTo>
                  <a:pt x="105202" y="384073"/>
                </a:moveTo>
                <a:lnTo>
                  <a:pt x="102158" y="384073"/>
                </a:lnTo>
                <a:lnTo>
                  <a:pt x="103753" y="313617"/>
                </a:lnTo>
                <a:lnTo>
                  <a:pt x="136118" y="260908"/>
                </a:lnTo>
                <a:lnTo>
                  <a:pt x="152869" y="251828"/>
                </a:lnTo>
                <a:lnTo>
                  <a:pt x="156171" y="252209"/>
                </a:lnTo>
                <a:lnTo>
                  <a:pt x="158977" y="253047"/>
                </a:lnTo>
                <a:lnTo>
                  <a:pt x="159131" y="253047"/>
                </a:lnTo>
                <a:lnTo>
                  <a:pt x="171364" y="270827"/>
                </a:lnTo>
                <a:lnTo>
                  <a:pt x="171399" y="271386"/>
                </a:lnTo>
                <a:lnTo>
                  <a:pt x="171091" y="274053"/>
                </a:lnTo>
                <a:lnTo>
                  <a:pt x="171018" y="274688"/>
                </a:lnTo>
                <a:lnTo>
                  <a:pt x="170078" y="277875"/>
                </a:lnTo>
                <a:lnTo>
                  <a:pt x="168592" y="280847"/>
                </a:lnTo>
                <a:lnTo>
                  <a:pt x="105202" y="384073"/>
                </a:lnTo>
                <a:close/>
              </a:path>
              <a:path w="171450" h="421639">
                <a:moveTo>
                  <a:pt x="102158" y="384073"/>
                </a:moveTo>
                <a:lnTo>
                  <a:pt x="64071" y="383209"/>
                </a:lnTo>
                <a:lnTo>
                  <a:pt x="65644" y="313617"/>
                </a:lnTo>
                <a:lnTo>
                  <a:pt x="65663" y="312756"/>
                </a:lnTo>
                <a:lnTo>
                  <a:pt x="83970" y="345835"/>
                </a:lnTo>
                <a:lnTo>
                  <a:pt x="66878" y="373672"/>
                </a:lnTo>
                <a:lnTo>
                  <a:pt x="99783" y="374408"/>
                </a:lnTo>
                <a:lnTo>
                  <a:pt x="102377" y="374408"/>
                </a:lnTo>
                <a:lnTo>
                  <a:pt x="102178" y="383209"/>
                </a:lnTo>
                <a:lnTo>
                  <a:pt x="102158" y="384073"/>
                </a:lnTo>
                <a:close/>
              </a:path>
              <a:path w="171450" h="421639">
                <a:moveTo>
                  <a:pt x="102377" y="374408"/>
                </a:moveTo>
                <a:lnTo>
                  <a:pt x="99783" y="374408"/>
                </a:lnTo>
                <a:lnTo>
                  <a:pt x="83970" y="345835"/>
                </a:lnTo>
                <a:lnTo>
                  <a:pt x="103753" y="313617"/>
                </a:lnTo>
                <a:lnTo>
                  <a:pt x="102394" y="373672"/>
                </a:lnTo>
                <a:lnTo>
                  <a:pt x="102377" y="374408"/>
                </a:lnTo>
                <a:close/>
              </a:path>
              <a:path w="171450" h="421639">
                <a:moveTo>
                  <a:pt x="99783" y="374408"/>
                </a:moveTo>
                <a:lnTo>
                  <a:pt x="66878" y="373672"/>
                </a:lnTo>
                <a:lnTo>
                  <a:pt x="83970" y="345835"/>
                </a:lnTo>
                <a:lnTo>
                  <a:pt x="99783" y="3744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934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Project</a:t>
            </a:r>
            <a:r>
              <a:rPr spc="-95" dirty="0"/>
              <a:t> </a:t>
            </a:r>
            <a:r>
              <a:rPr spc="-10" dirty="0"/>
              <a:t>Timeline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048753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25400"/>
                </a:moveTo>
                <a:lnTo>
                  <a:pt x="0" y="25400"/>
                </a:lnTo>
                <a:lnTo>
                  <a:pt x="0" y="0"/>
                </a:lnTo>
                <a:lnTo>
                  <a:pt x="9144000" y="0"/>
                </a:lnTo>
                <a:lnTo>
                  <a:pt x="9144000" y="2540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627" y="6309359"/>
            <a:ext cx="2412492" cy="34594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15156" y="2401189"/>
            <a:ext cx="656067" cy="20563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75378" y="1137373"/>
            <a:ext cx="8696995" cy="58298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b="1" dirty="0"/>
              <a:t>Phase 1: Conceptualization &amp; Research (Month 1-2)</a:t>
            </a:r>
            <a:endParaRPr lang="en-IN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dirty="0"/>
              <a:t>Literature review on Educational Data Mining (EDM).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dirty="0"/>
              <a:t>Problem identification and feasibility analysis.</a:t>
            </a:r>
          </a:p>
          <a:p>
            <a:pPr lvl="1"/>
            <a:endParaRPr lang="en-IN" dirty="0"/>
          </a:p>
          <a:p>
            <a:r>
              <a:rPr lang="en-IN" b="1" dirty="0"/>
              <a:t>Phase 2: Data Acquisition &amp; Preprocessing (Month 3-4)</a:t>
            </a:r>
            <a:endParaRPr lang="en-IN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dirty="0"/>
              <a:t>Dataset selection and feature engineering.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dirty="0"/>
              <a:t>Exploratory Data Analysis (EDA) to find academic correlations.</a:t>
            </a:r>
          </a:p>
          <a:p>
            <a:pPr lvl="1"/>
            <a:endParaRPr lang="en-IN" dirty="0"/>
          </a:p>
          <a:p>
            <a:r>
              <a:rPr lang="en-IN" b="1" dirty="0"/>
              <a:t>Phase 3: Model Development &amp; Tuning (Month 5-6)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Algorithm selection (Random Forest) and training.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Hyperparameter optimization for maximum accuracy.</a:t>
            </a:r>
          </a:p>
          <a:p>
            <a:pPr lvl="1"/>
            <a:endParaRPr lang="en-IN" dirty="0"/>
          </a:p>
          <a:p>
            <a:r>
              <a:rPr lang="en-IN" b="1" dirty="0"/>
              <a:t>Phase 4: System Integration (Month 7-8)</a:t>
            </a:r>
            <a:endParaRPr lang="en-IN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dirty="0"/>
              <a:t>Building the </a:t>
            </a:r>
            <a:r>
              <a:rPr lang="en-IN" dirty="0" err="1"/>
              <a:t>Streamlit</a:t>
            </a:r>
            <a:r>
              <a:rPr lang="en-IN" dirty="0"/>
              <a:t> UI and SQLite3 database.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dirty="0"/>
              <a:t>Developing the Multi-role (RBAC) access control.</a:t>
            </a:r>
          </a:p>
          <a:p>
            <a:pPr lvl="1"/>
            <a:endParaRPr lang="en-IN" dirty="0"/>
          </a:p>
          <a:p>
            <a:r>
              <a:rPr lang="en-IN" b="1" dirty="0"/>
              <a:t>Phase 5: Final Validation &amp; Documentation (Month 9-Present)</a:t>
            </a:r>
            <a:endParaRPr lang="en-IN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dirty="0"/>
              <a:t>End-to-end testing and performance verification.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dirty="0"/>
              <a:t>Final Project Report and Presentation preparation.</a:t>
            </a:r>
          </a:p>
          <a:p>
            <a:br>
              <a:rPr lang="en-IN" dirty="0"/>
            </a:b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934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spc="-10" dirty="0"/>
              <a:t>Resources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048753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25400"/>
                </a:moveTo>
                <a:lnTo>
                  <a:pt x="0" y="25400"/>
                </a:lnTo>
                <a:lnTo>
                  <a:pt x="0" y="0"/>
                </a:lnTo>
                <a:lnTo>
                  <a:pt x="9144000" y="0"/>
                </a:lnTo>
                <a:lnTo>
                  <a:pt x="9144000" y="2540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627" y="6309359"/>
            <a:ext cx="2412492" cy="34594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70370" y="1137373"/>
            <a:ext cx="8691474" cy="50116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b="1" dirty="0"/>
              <a:t>1. Dataset Specifications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Source:</a:t>
            </a:r>
            <a:r>
              <a:rPr lang="en-IN" dirty="0"/>
              <a:t> Synthetic university academic records (EDM dataset).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Parameters:</a:t>
            </a:r>
            <a:r>
              <a:rPr lang="en-IN" dirty="0"/>
              <a:t> Attendance, Internal Marks, Project Scores, and Historical GPA.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Feature Engineering:</a:t>
            </a:r>
            <a:r>
              <a:rPr lang="en-IN" dirty="0"/>
              <a:t> Integrated </a:t>
            </a:r>
            <a:r>
              <a:rPr lang="en-IN" b="1" dirty="0"/>
              <a:t>Label Encoding</a:t>
            </a:r>
            <a:r>
              <a:rPr lang="en-IN" dirty="0"/>
              <a:t> for categorical variables and </a:t>
            </a:r>
            <a:r>
              <a:rPr lang="en-IN" b="1" dirty="0"/>
              <a:t>Min-Max Scaling</a:t>
            </a:r>
            <a:r>
              <a:rPr lang="en-IN" dirty="0"/>
              <a:t> for numerical consistency.</a:t>
            </a:r>
          </a:p>
          <a:p>
            <a:endParaRPr lang="en-IN" dirty="0"/>
          </a:p>
          <a:p>
            <a:r>
              <a:rPr lang="en-IN" b="1" dirty="0"/>
              <a:t>2. Software Resources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Language:</a:t>
            </a:r>
            <a:r>
              <a:rPr lang="en-IN" dirty="0"/>
              <a:t> Python 3.9+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ML Libraries:</a:t>
            </a:r>
            <a:r>
              <a:rPr lang="en-IN" dirty="0"/>
              <a:t> Scikit-learn (Random Forest), Pandas (Data manipulation), NumPy.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Visualization:</a:t>
            </a:r>
            <a:r>
              <a:rPr lang="en-IN" dirty="0"/>
              <a:t> Plotly (Interactive charts) and Seaborn (Static heatmaps).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Frontend Framework:</a:t>
            </a:r>
            <a:r>
              <a:rPr lang="en-IN" dirty="0"/>
              <a:t> </a:t>
            </a:r>
            <a:r>
              <a:rPr lang="en-IN" dirty="0" err="1"/>
              <a:t>Streamlit</a:t>
            </a:r>
            <a:r>
              <a:rPr lang="en-IN" dirty="0"/>
              <a:t> (Web Application).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Database:</a:t>
            </a:r>
            <a:r>
              <a:rPr lang="en-IN" dirty="0"/>
              <a:t> SQLite3 for persistent user and risk-log storage.</a:t>
            </a:r>
          </a:p>
          <a:p>
            <a:endParaRPr lang="en-IN" dirty="0"/>
          </a:p>
          <a:p>
            <a:r>
              <a:rPr lang="en-IN" b="1" dirty="0"/>
              <a:t>3. Hardware Resources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Workstation:</a:t>
            </a:r>
            <a:r>
              <a:rPr lang="en-IN" dirty="0"/>
              <a:t> Standard development machine (Minimum 8GB RAM, Intel i5/AMD </a:t>
            </a:r>
            <a:r>
              <a:rPr lang="en-IN" dirty="0" err="1"/>
              <a:t>Ryzen</a:t>
            </a:r>
            <a:r>
              <a:rPr lang="en-IN" dirty="0"/>
              <a:t> 5).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Storage:</a:t>
            </a:r>
            <a:r>
              <a:rPr lang="en-IN" dirty="0"/>
              <a:t> SSD for efficient data processing and model serialization (.</a:t>
            </a:r>
            <a:r>
              <a:rPr lang="en-IN" dirty="0" err="1"/>
              <a:t>pkl</a:t>
            </a:r>
            <a:r>
              <a:rPr lang="en-IN" dirty="0"/>
              <a:t> files).</a:t>
            </a:r>
          </a:p>
          <a:p>
            <a:pPr marL="92075" indent="-88900">
              <a:lnSpc>
                <a:spcPct val="100000"/>
              </a:lnSpc>
              <a:spcBef>
                <a:spcPts val="100"/>
              </a:spcBef>
              <a:buSzPct val="94444"/>
              <a:buFont typeface="Arial"/>
              <a:buChar char="•"/>
              <a:tabLst>
                <a:tab pos="92075" algn="l"/>
              </a:tabLst>
            </a:pP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086088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963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105"/>
              </a:spcBef>
            </a:pPr>
            <a:r>
              <a:rPr dirty="0"/>
              <a:t>Project</a:t>
            </a:r>
            <a:r>
              <a:rPr spc="-50" dirty="0"/>
              <a:t> </a:t>
            </a:r>
            <a:r>
              <a:rPr dirty="0"/>
              <a:t>Usecases</a:t>
            </a:r>
            <a:r>
              <a:rPr spc="-55" dirty="0"/>
              <a:t> </a:t>
            </a:r>
            <a:r>
              <a:rPr dirty="0"/>
              <a:t>&amp;</a:t>
            </a:r>
            <a:r>
              <a:rPr spc="-55" dirty="0"/>
              <a:t> </a:t>
            </a:r>
            <a:r>
              <a:rPr spc="-10" dirty="0"/>
              <a:t>Scope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1048753"/>
            <a:ext cx="9144000" cy="5607050"/>
            <a:chOff x="0" y="1048753"/>
            <a:chExt cx="9144000" cy="5607050"/>
          </a:xfrm>
        </p:grpSpPr>
        <p:sp>
          <p:nvSpPr>
            <p:cNvPr id="5" name="object 5"/>
            <p:cNvSpPr/>
            <p:nvPr/>
          </p:nvSpPr>
          <p:spPr>
            <a:xfrm>
              <a:off x="0" y="1048753"/>
              <a:ext cx="9144000" cy="25400"/>
            </a:xfrm>
            <a:custGeom>
              <a:avLst/>
              <a:gdLst/>
              <a:ahLst/>
              <a:cxnLst/>
              <a:rect l="l" t="t" r="r" b="b"/>
              <a:pathLst>
                <a:path w="9144000" h="25400">
                  <a:moveTo>
                    <a:pt x="9144000" y="25400"/>
                  </a:moveTo>
                  <a:lnTo>
                    <a:pt x="0" y="2540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25400"/>
                  </a:lnTo>
                  <a:close/>
                </a:path>
              </a:pathLst>
            </a:custGeom>
            <a:solidFill>
              <a:srgbClr val="005F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27" y="6309360"/>
              <a:ext cx="2412492" cy="34594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90797" y="1249162"/>
            <a:ext cx="8814119" cy="52886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1" dirty="0"/>
              <a:t>1. Primary </a:t>
            </a:r>
            <a:r>
              <a:rPr lang="en-US" b="1" dirty="0" err="1"/>
              <a:t>Usecases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Institutional Academic Tracking:</a:t>
            </a:r>
            <a:r>
              <a:rPr lang="en-US" dirty="0"/>
              <a:t> Enables faculty to monitor "class health" through a unified window, identifying students falling below the 75% attendance or passing threshold.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Data-Backed Counseling:</a:t>
            </a:r>
            <a:r>
              <a:rPr lang="en-US" dirty="0"/>
              <a:t> Facilitates evidence-based discussions between mentors and parents regarding a student’s predicted trajectory.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Student Self-Correction:</a:t>
            </a:r>
            <a:r>
              <a:rPr lang="en-US" dirty="0"/>
              <a:t> Empowers students to visualize their standing against class averages, encouraging proactive study habits.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2. Future Scope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Behavioral Data Integration:</a:t>
            </a:r>
            <a:r>
              <a:rPr lang="en-US" dirty="0"/>
              <a:t> Expanding the model to include library logs, LMS activity, and digital footprint for holistic prediction.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NLP Chatbot Integration:</a:t>
            </a:r>
            <a:r>
              <a:rPr lang="en-US" dirty="0"/>
              <a:t> Implementing an AI-driven chatbot for 24/7 academic query resolution and personalized study plans.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Scalability:</a:t>
            </a:r>
            <a:r>
              <a:rPr lang="en-US" dirty="0"/>
              <a:t> Migrating the local database to a cloud-based architecture (AWS/Azure) for multi-departmental institutional deployment.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Deep Learning Models:</a:t>
            </a:r>
            <a:r>
              <a:rPr lang="en-US" dirty="0"/>
              <a:t> Utilizing RNNs or LSTMs for time-series analysis of student performance over multiple semesters.</a:t>
            </a:r>
          </a:p>
          <a:p>
            <a:pPr marL="12700" marR="346075" indent="-9525" algn="just">
              <a:lnSpc>
                <a:spcPct val="100000"/>
              </a:lnSpc>
              <a:spcBef>
                <a:spcPts val="100"/>
              </a:spcBef>
              <a:buSzPct val="94444"/>
              <a:buFont typeface="Arial"/>
              <a:buChar char="•"/>
              <a:tabLst>
                <a:tab pos="92075" algn="l"/>
              </a:tabLst>
            </a:pPr>
            <a:endParaRPr sz="1800" b="1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934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Expected</a:t>
            </a:r>
            <a:r>
              <a:rPr spc="-45" dirty="0"/>
              <a:t> </a:t>
            </a:r>
            <a:r>
              <a:rPr dirty="0"/>
              <a:t>Results</a:t>
            </a:r>
            <a:r>
              <a:rPr spc="-45" dirty="0"/>
              <a:t> </a:t>
            </a:r>
            <a:r>
              <a:rPr dirty="0"/>
              <a:t>&amp;</a:t>
            </a:r>
            <a:r>
              <a:rPr spc="-45" dirty="0"/>
              <a:t> </a:t>
            </a:r>
            <a:r>
              <a:rPr spc="-10" dirty="0"/>
              <a:t>Impact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048753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25400"/>
                </a:moveTo>
                <a:lnTo>
                  <a:pt x="0" y="25400"/>
                </a:lnTo>
                <a:lnTo>
                  <a:pt x="0" y="0"/>
                </a:lnTo>
                <a:lnTo>
                  <a:pt x="9144000" y="0"/>
                </a:lnTo>
                <a:lnTo>
                  <a:pt x="9144000" y="2540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627" y="6309359"/>
            <a:ext cx="2412492" cy="34594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228600" y="1193705"/>
            <a:ext cx="8458200" cy="50116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1" dirty="0"/>
              <a:t>1. Quantitative Outcomes (Performance)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High Predictive Accuracy:</a:t>
            </a:r>
            <a:r>
              <a:rPr lang="en-US" dirty="0"/>
              <a:t> The Random Forest model delivers consistent precision in identifying "High-Risk" students based on internal assessment trends.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Granular Risk Stratification:</a:t>
            </a:r>
            <a:r>
              <a:rPr lang="en-US" dirty="0"/>
              <a:t> Successfully categorizes the student population into three distinct, actionable tiers (Low, Medium, and High).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2. Qualitative Impact (Institutional Value)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Proactive Academic Culture:</a:t>
            </a:r>
            <a:r>
              <a:rPr lang="en-US" dirty="0"/>
              <a:t> Facilitates a shift from "Reactive" (post-failure) to "Proactive" (pre-exam) academic monitoring.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Improved Success Rates:</a:t>
            </a:r>
            <a:r>
              <a:rPr lang="en-US" dirty="0"/>
              <a:t> Enables early institutional intervention (extra classes/counseling), leading to potentially higher pass percentages.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Operational Efficiency:</a:t>
            </a:r>
            <a:r>
              <a:rPr lang="en-US" dirty="0"/>
              <a:t> Automates the manual data-tracking process, reducing the administrative burden on mentors by centralizing student records.</a:t>
            </a:r>
          </a:p>
          <a:p>
            <a:r>
              <a:rPr lang="en-US" b="1" dirty="0"/>
              <a:t>3. Data Integrity &amp; Transparency</a:t>
            </a:r>
            <a:endParaRPr lang="en-US" dirty="0"/>
          </a:p>
          <a:p>
            <a:r>
              <a:rPr lang="en-US" dirty="0"/>
              <a:t>Provides clear, visual evidence of performance through interactive dashboards, ensuring transparency between Students, Mentors, and Administration.</a:t>
            </a:r>
          </a:p>
          <a:p>
            <a:pPr marL="12700" marR="400685" indent="-9525" algn="just">
              <a:lnSpc>
                <a:spcPct val="100000"/>
              </a:lnSpc>
              <a:spcBef>
                <a:spcPts val="100"/>
              </a:spcBef>
              <a:buSzPct val="94444"/>
              <a:buFont typeface="Arial"/>
              <a:buChar char="•"/>
              <a:tabLst>
                <a:tab pos="92075" algn="l"/>
              </a:tabLst>
            </a:pPr>
            <a:endParaRPr spc="-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41741" y="2650502"/>
            <a:ext cx="543941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b="0" dirty="0">
                <a:solidFill>
                  <a:srgbClr val="005FAA"/>
                </a:solidFill>
                <a:latin typeface="Garamond"/>
                <a:cs typeface="Garamond"/>
              </a:rPr>
              <a:t>THANK</a:t>
            </a:r>
            <a:r>
              <a:rPr sz="7200" b="0" spc="-75" dirty="0">
                <a:solidFill>
                  <a:srgbClr val="005FAA"/>
                </a:solidFill>
                <a:latin typeface="Garamond"/>
                <a:cs typeface="Garamond"/>
              </a:rPr>
              <a:t> </a:t>
            </a:r>
            <a:r>
              <a:rPr sz="7200" b="0" spc="-55" dirty="0">
                <a:solidFill>
                  <a:srgbClr val="E21E23"/>
                </a:solidFill>
                <a:latin typeface="Garamond"/>
                <a:cs typeface="Garamond"/>
              </a:rPr>
              <a:t>YOU</a:t>
            </a:r>
            <a:endParaRPr sz="72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661</TotalTime>
  <Words>1485</Words>
  <Application>Microsoft Office PowerPoint</Application>
  <PresentationFormat>On-screen Show (4:3)</PresentationFormat>
  <Paragraphs>166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Garamond</vt:lpstr>
      <vt:lpstr>Times New Roman</vt:lpstr>
      <vt:lpstr>Verdana</vt:lpstr>
      <vt:lpstr>Office Theme</vt:lpstr>
      <vt:lpstr>K.R. MANGALAM</vt:lpstr>
      <vt:lpstr>AI-Based Student Performance Prediction &amp;  Early Warning System </vt:lpstr>
      <vt:lpstr>Project Overview</vt:lpstr>
      <vt:lpstr>Specific Objectives</vt:lpstr>
      <vt:lpstr>Key Features</vt:lpstr>
      <vt:lpstr>Progress Summary</vt:lpstr>
      <vt:lpstr>Detailed Progress – Development Phase</vt:lpstr>
      <vt:lpstr>Methodology</vt:lpstr>
      <vt:lpstr>Prototype/Project Flow diagram/Architecture</vt:lpstr>
      <vt:lpstr>Project Timeline</vt:lpstr>
      <vt:lpstr>Data &amp; Resources</vt:lpstr>
      <vt:lpstr>Project Usecases &amp; Scope</vt:lpstr>
      <vt:lpstr>Expected Results &amp; Impact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Dev Dagar</dc:creator>
  <dc:description/>
  <cp:lastModifiedBy>Dev Dagar</cp:lastModifiedBy>
  <cp:revision>1</cp:revision>
  <dcterms:created xsi:type="dcterms:W3CDTF">2026-04-15T17:25:29Z</dcterms:created>
  <dcterms:modified xsi:type="dcterms:W3CDTF">2026-04-16T05:08:32Z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2026-03-16T00:00:00Z</vt:filetime>
  </property>
  <property fmtid="{D5CDD505-2E9C-101B-9397-08002B2CF9AE}" pid="3" name="Creator">
    <vt:lpwstr>WPS Presentation</vt:lpwstr>
  </property>
  <property fmtid="{D5CDD505-2E9C-101B-9397-08002B2CF9AE}" pid="4" name="LastSaved">
    <vt:filetime>2026-04-15T00:00:00Z</vt:filetime>
  </property>
  <property fmtid="{D5CDD505-2E9C-101B-9397-08002B2CF9AE}" pid="5" name="SourceModified">
    <vt:lpwstr>D:20260316203028+05'30'</vt:lpwstr>
  </property>
</Properties>
</file>